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Aileron" charset="1" panose="00000500000000000000"/>
      <p:regular r:id="rId7"/>
    </p:embeddedFont>
    <p:embeddedFont>
      <p:font typeface="Aileron Bold" charset="1" panose="000008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https://wondernetwork.com/pings/Sao%20Paulo/Brasilia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5161" y="15795746"/>
            <a:ext cx="6029678" cy="1063416"/>
          </a:xfrm>
          <a:custGeom>
            <a:avLst/>
            <a:gdLst/>
            <a:ahLst/>
            <a:cxnLst/>
            <a:rect r="r" b="b" t="t" l="l"/>
            <a:pathLst>
              <a:path h="1063416" w="6029678">
                <a:moveTo>
                  <a:pt x="0" y="0"/>
                </a:moveTo>
                <a:lnTo>
                  <a:pt x="6029678" y="0"/>
                </a:lnTo>
                <a:lnTo>
                  <a:pt x="6029678" y="1063416"/>
                </a:lnTo>
                <a:lnTo>
                  <a:pt x="0" y="106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33832" y="7038630"/>
            <a:ext cx="8452337" cy="8452337"/>
          </a:xfrm>
          <a:custGeom>
            <a:avLst/>
            <a:gdLst/>
            <a:ahLst/>
            <a:cxnLst/>
            <a:rect r="r" b="b" t="t" l="l"/>
            <a:pathLst>
              <a:path h="8452337" w="8452337">
                <a:moveTo>
                  <a:pt x="0" y="0"/>
                </a:moveTo>
                <a:lnTo>
                  <a:pt x="8452336" y="0"/>
                </a:lnTo>
                <a:lnTo>
                  <a:pt x="8452336" y="8452337"/>
                </a:lnTo>
                <a:lnTo>
                  <a:pt x="0" y="845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6381" y="17066120"/>
            <a:ext cx="6619530" cy="332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WIRED CONNECTION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FASTEST WAY TO SEND DATA. THE DEVICE SENDS DATA VIA ELECTRICAL SIGNALS. IT HAS THE LOWEST LATENCY, HOWEVER, THE RANGE IS LIMITED BY THE CABLE.  (5 A 10 MS)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  <a:spcBef>
                <a:spcPct val="0"/>
              </a:spcBef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USB, HDMI, ETHERNET, VGA, DISPLAYPORT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34028" y="17066120"/>
            <a:ext cx="5814596" cy="416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WIRELESS - WI-FI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THE DEVICE CONVERTS THE DATA INTO A RADIO SIGNAL, AS WI-FI USES RADIO FREQUENCIES. (</a:t>
            </a:r>
            <a:r>
              <a:rPr lang="en-US" sz="2392" spc="-50" u="sng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  <a:hlinkClick r:id="rId5" tooltip="https://wondernetwork.com/pings/Sao%20Paulo/Brasilia"/>
              </a:rPr>
              <a:t>16.06MS</a:t>
            </a: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)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  <a:spcBef>
                <a:spcPct val="0"/>
              </a:spcBef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THIS CAN INTRODUCE HIGHER LATENCY THAN IF THE DEVICE WERE CONNECTED BY CABLE, BUT NOWADAYS IT IS PRACTICALLY IMPERCEPTIBLE.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81369" y="7600274"/>
            <a:ext cx="2453263" cy="750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BLUETOOTH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THE DISTANCE BETWEEN DEVICES CANNOT BE LARGE (10-100 METERS), THE RANGE IS SHORT (100 &gt; 200 MS), AND POWER CONSUMPTION IS LOW.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  <a:spcBef>
                <a:spcPct val="0"/>
              </a:spcBef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COMMUNICATION IS DONE VIA LOW-POWER RADIO WAVES.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7309" y="1464375"/>
            <a:ext cx="5912847" cy="45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49"/>
              </a:lnSpc>
              <a:spcBef>
                <a:spcPct val="0"/>
              </a:spcBef>
            </a:pPr>
            <a:r>
              <a:rPr lang="en-US" b="true" sz="2392" spc="-50" strike="noStrike" u="none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INPUT DEVICES</a:t>
            </a:r>
          </a:p>
          <a:p>
            <a:pPr algn="just" marL="0" indent="0" lvl="0">
              <a:lnSpc>
                <a:spcPts val="334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349"/>
              </a:lnSpc>
              <a:spcBef>
                <a:spcPct val="0"/>
              </a:spcBef>
            </a:pPr>
            <a:r>
              <a:rPr lang="en-US" sz="2392" spc="-50" strike="noStrike" u="none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AN INPUT DEVICE IS DEFINED AS A DEVICE THAT CONVERTS INCOMING DATA AND INSTRUCTIONS INTO A PATTERN OF ELECTRICAL SIGNALS IN BINARY CODE THAT ARE COMPREHENSIBLE TO A DIGITAL COMPUTER.</a:t>
            </a:r>
          </a:p>
          <a:p>
            <a:pPr algn="just" marL="0" indent="0" lvl="0">
              <a:lnSpc>
                <a:spcPts val="334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349"/>
              </a:lnSpc>
              <a:spcBef>
                <a:spcPct val="0"/>
              </a:spcBef>
            </a:pPr>
            <a:r>
              <a:rPr lang="en-US" sz="2392" spc="-50" strike="noStrike" u="none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KEYBOARD, MOUSE, MICROFONE</a:t>
            </a:r>
          </a:p>
          <a:p>
            <a:pPr algn="just" marL="0" indent="0" lvl="0">
              <a:lnSpc>
                <a:spcPts val="334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94945" y="1464375"/>
            <a:ext cx="3878166" cy="41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b="true" sz="2392" spc="-50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OUTPUT DEVICES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IT REC</a:t>
            </a: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EIVES THE BINARY DATA AND DISPLAYS IT IN A WAY THAT THE USER CAN UNDERSTAND, ACCORDING TO THE DEVICE.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  <a:spcBef>
                <a:spcPct val="0"/>
              </a:spcBef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MONITOR, PRINTER, SPEAKER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381" y="7983171"/>
            <a:ext cx="2379207" cy="37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b="true" sz="2392" spc="-50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COMMUNICATION DEVICES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DATA EXCHANGE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MODEM, NETWORK CARD</a:t>
            </a:r>
          </a:p>
          <a:p>
            <a:pPr algn="just">
              <a:lnSpc>
                <a:spcPts val="334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560700" y="1464375"/>
            <a:ext cx="3169292" cy="41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b="true" sz="2392" spc="-50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STORAGE DEVICES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IT DOES NOT CONVERT THE DATA, IT ONLY RECEIVES AND STORES IT.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 spc="-50">
                <a:solidFill>
                  <a:srgbClr val="E4E2DD"/>
                </a:solidFill>
                <a:latin typeface="Aileron"/>
                <a:ea typeface="Aileron"/>
                <a:cs typeface="Aileron"/>
                <a:sym typeface="Aileron"/>
              </a:rPr>
              <a:t>HARD DRIVE, USB DRIVE, MEMORY CARD</a:t>
            </a:r>
          </a:p>
          <a:p>
            <a:pPr algn="just">
              <a:lnSpc>
                <a:spcPts val="33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DAHETJL19dg</dc:identifier>
  <dcterms:modified xsi:type="dcterms:W3CDTF">2011-08-01T06:04:30Z</dcterms:modified>
  <cp:revision>1</cp:revision>
  <dc:title>Black Dark Grunge Trendy Fruit Quote Poster</dc:title>
</cp:coreProperties>
</file>