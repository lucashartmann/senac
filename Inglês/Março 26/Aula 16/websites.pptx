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Lst>
  <p:sldSz cx="18288000" cy="10287000"/>
  <p:notesSz cx="6858000" cy="9144000"/>
  <p:embeddedFontLst>
    <p:embeddedFont>
      <p:font typeface="Open Sauce Bold" charset="1" panose="00000800000000000000"/>
      <p:regular r:id="rId11"/>
    </p:embeddedFont>
    <p:embeddedFont>
      <p:font typeface="Open Sauce Italics" charset="1" panose="00000500000000000000"/>
      <p:regular r:id="rId12"/>
    </p:embeddedFont>
    <p:embeddedFont>
      <p:font typeface="Open Sauce" charset="1" panose="0000050000000000000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fonts/font11.fntdata" Type="http://schemas.openxmlformats.org/officeDocument/2006/relationships/font"/><Relationship Id="rId12" Target="fonts/font12.fntdata" Type="http://schemas.openxmlformats.org/officeDocument/2006/relationships/font"/><Relationship Id="rId13" Target="fonts/font13.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3.png" Type="http://schemas.openxmlformats.org/officeDocument/2006/relationships/image"/><Relationship Id="rId7" Target="../media/image4.svg" Type="http://schemas.openxmlformats.org/officeDocument/2006/relationships/image"/><Relationship Id="rId8" Target="../media/image8.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jpeg" Type="http://schemas.openxmlformats.org/officeDocument/2006/relationships/image"/><Relationship Id="rId3" Target="../media/image5.png" Type="http://schemas.openxmlformats.org/officeDocument/2006/relationships/image"/><Relationship Id="rId4" Target="../media/image6.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png" Type="http://schemas.openxmlformats.org/officeDocument/2006/relationships/image"/><Relationship Id="rId4" Target="../media/image12.sv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 Id="rId7" Target="../media/image13.png" Type="http://schemas.openxmlformats.org/officeDocument/2006/relationships/image"/><Relationship Id="rId8" Target="../media/image3.png" Type="http://schemas.openxmlformats.org/officeDocument/2006/relationships/image"/><Relationship Id="rId9" Target="../media/image4.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14.png" Type="http://schemas.openxmlformats.org/officeDocument/2006/relationships/image"/><Relationship Id="rId7" Target="../media/image15.png" Type="http://schemas.openxmlformats.org/officeDocument/2006/relationships/image"/><Relationship Id="rId8" Target="../media/image16.png" Type="http://schemas.openxmlformats.org/officeDocument/2006/relationships/image"/><Relationship Id="rId9" Target="../media/image17.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972F0"/>
        </a:solidFill>
      </p:bgPr>
    </p:bg>
    <p:spTree>
      <p:nvGrpSpPr>
        <p:cNvPr id="1" name=""/>
        <p:cNvGrpSpPr/>
        <p:nvPr/>
      </p:nvGrpSpPr>
      <p:grpSpPr>
        <a:xfrm>
          <a:off x="0" y="0"/>
          <a:ext cx="0" cy="0"/>
          <a:chOff x="0" y="0"/>
          <a:chExt cx="0" cy="0"/>
        </a:xfrm>
      </p:grpSpPr>
      <p:grpSp>
        <p:nvGrpSpPr>
          <p:cNvPr name="Group 2" id="2"/>
          <p:cNvGrpSpPr/>
          <p:nvPr/>
        </p:nvGrpSpPr>
        <p:grpSpPr>
          <a:xfrm rot="0">
            <a:off x="0" y="-1396453"/>
            <a:ext cx="18288000" cy="11083773"/>
            <a:chOff x="0" y="0"/>
            <a:chExt cx="4816593" cy="2919183"/>
          </a:xfrm>
        </p:grpSpPr>
        <p:sp>
          <p:nvSpPr>
            <p:cNvPr name="Freeform 3" id="3"/>
            <p:cNvSpPr/>
            <p:nvPr/>
          </p:nvSpPr>
          <p:spPr>
            <a:xfrm flipH="false" flipV="false" rot="0">
              <a:off x="0" y="0"/>
              <a:ext cx="4816592" cy="2919183"/>
            </a:xfrm>
            <a:custGeom>
              <a:avLst/>
              <a:gdLst/>
              <a:ahLst/>
              <a:cxnLst/>
              <a:rect r="r" b="b" t="t" l="l"/>
              <a:pathLst>
                <a:path h="2919183" w="4816592">
                  <a:moveTo>
                    <a:pt x="21590" y="0"/>
                  </a:moveTo>
                  <a:lnTo>
                    <a:pt x="4795002" y="0"/>
                  </a:lnTo>
                  <a:cubicBezTo>
                    <a:pt x="4800728" y="0"/>
                    <a:pt x="4806220" y="2275"/>
                    <a:pt x="4810269" y="6324"/>
                  </a:cubicBezTo>
                  <a:cubicBezTo>
                    <a:pt x="4814318" y="10372"/>
                    <a:pt x="4816592" y="15864"/>
                    <a:pt x="4816592" y="21590"/>
                  </a:cubicBezTo>
                  <a:lnTo>
                    <a:pt x="4816592" y="2897593"/>
                  </a:lnTo>
                  <a:cubicBezTo>
                    <a:pt x="4816592" y="2909517"/>
                    <a:pt x="4806926" y="2919183"/>
                    <a:pt x="4795002" y="2919183"/>
                  </a:cubicBezTo>
                  <a:lnTo>
                    <a:pt x="21590" y="2919183"/>
                  </a:lnTo>
                  <a:cubicBezTo>
                    <a:pt x="15864" y="2919183"/>
                    <a:pt x="10372" y="2916908"/>
                    <a:pt x="6324" y="2912859"/>
                  </a:cubicBezTo>
                  <a:cubicBezTo>
                    <a:pt x="2275" y="2908811"/>
                    <a:pt x="0" y="2903319"/>
                    <a:pt x="0" y="2897593"/>
                  </a:cubicBezTo>
                  <a:lnTo>
                    <a:pt x="0" y="21590"/>
                  </a:lnTo>
                  <a:cubicBezTo>
                    <a:pt x="0" y="9666"/>
                    <a:pt x="9666" y="0"/>
                    <a:pt x="21590" y="0"/>
                  </a:cubicBezTo>
                  <a:close/>
                </a:path>
              </a:pathLst>
            </a:custGeom>
            <a:solidFill>
              <a:srgbClr val="FFFFFF"/>
            </a:solidFill>
          </p:spPr>
        </p:sp>
        <p:sp>
          <p:nvSpPr>
            <p:cNvPr name="TextBox 4" id="4"/>
            <p:cNvSpPr txBox="true"/>
            <p:nvPr/>
          </p:nvSpPr>
          <p:spPr>
            <a:xfrm>
              <a:off x="0" y="-38100"/>
              <a:ext cx="4816593" cy="2957283"/>
            </a:xfrm>
            <a:prstGeom prst="rect">
              <a:avLst/>
            </a:prstGeom>
          </p:spPr>
          <p:txBody>
            <a:bodyPr anchor="ctr" rtlCol="false" tIns="50800" lIns="50800" bIns="50800" rIns="50800"/>
            <a:lstStyle/>
            <a:p>
              <a:pPr algn="ctr" marL="0" indent="0" lvl="0">
                <a:lnSpc>
                  <a:spcPts val="2659"/>
                </a:lnSpc>
              </a:pPr>
            </a:p>
          </p:txBody>
        </p:sp>
      </p:grpSp>
      <p:sp>
        <p:nvSpPr>
          <p:cNvPr name="Freeform 5" id="5"/>
          <p:cNvSpPr/>
          <p:nvPr/>
        </p:nvSpPr>
        <p:spPr>
          <a:xfrm flipH="false" flipV="false" rot="0">
            <a:off x="9996199" y="-7188235"/>
            <a:ext cx="9529995" cy="9529995"/>
          </a:xfrm>
          <a:custGeom>
            <a:avLst/>
            <a:gdLst/>
            <a:ahLst/>
            <a:cxnLst/>
            <a:rect r="r" b="b" t="t" l="l"/>
            <a:pathLst>
              <a:path h="9529995" w="9529995">
                <a:moveTo>
                  <a:pt x="0" y="0"/>
                </a:moveTo>
                <a:lnTo>
                  <a:pt x="9529995" y="0"/>
                </a:lnTo>
                <a:lnTo>
                  <a:pt x="9529995" y="9529995"/>
                </a:lnTo>
                <a:lnTo>
                  <a:pt x="0" y="9529995"/>
                </a:lnTo>
                <a:lnTo>
                  <a:pt x="0" y="0"/>
                </a:lnTo>
                <a:close/>
              </a:path>
            </a:pathLst>
          </a:custGeom>
          <a:blipFill>
            <a:blip r:embed="rId2">
              <a:alphaModFix amt="46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810926" y="7857092"/>
            <a:ext cx="9529995" cy="9529995"/>
          </a:xfrm>
          <a:custGeom>
            <a:avLst/>
            <a:gdLst/>
            <a:ahLst/>
            <a:cxnLst/>
            <a:rect r="r" b="b" t="t" l="l"/>
            <a:pathLst>
              <a:path h="9529995" w="9529995">
                <a:moveTo>
                  <a:pt x="0" y="9529995"/>
                </a:moveTo>
                <a:lnTo>
                  <a:pt x="9529996" y="9529995"/>
                </a:lnTo>
                <a:lnTo>
                  <a:pt x="9529996" y="0"/>
                </a:lnTo>
                <a:lnTo>
                  <a:pt x="0" y="0"/>
                </a:lnTo>
                <a:lnTo>
                  <a:pt x="0" y="9529995"/>
                </a:lnTo>
                <a:close/>
              </a:path>
            </a:pathLst>
          </a:custGeom>
          <a:blipFill>
            <a:blip r:embed="rId2">
              <a:alphaModFix amt="77000"/>
              <a:extLst>
                <a:ext uri="{96DAC541-7B7A-43D3-8B79-37D633B846F1}">
                  <asvg:svgBlip xmlns:asvg="http://schemas.microsoft.com/office/drawing/2016/SVG/main" r:embed="rId3"/>
                </a:ext>
              </a:extLst>
            </a:blip>
            <a:stretch>
              <a:fillRect l="0" t="0" r="0" b="0"/>
            </a:stretch>
          </a:blipFill>
        </p:spPr>
      </p:sp>
      <p:grpSp>
        <p:nvGrpSpPr>
          <p:cNvPr name="Group 7" id="7"/>
          <p:cNvGrpSpPr/>
          <p:nvPr/>
        </p:nvGrpSpPr>
        <p:grpSpPr>
          <a:xfrm rot="0">
            <a:off x="-2150814" y="1730578"/>
            <a:ext cx="3412922" cy="3412922"/>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3972F0">
                    <a:alpha val="100000"/>
                  </a:srgbClr>
                </a:gs>
                <a:gs pos="100000">
                  <a:srgbClr val="1CDAFF">
                    <a:alpha val="100000"/>
                  </a:srgbClr>
                </a:gs>
              </a:gsLst>
              <a:lin ang="5400000"/>
            </a:gradFill>
          </p:spPr>
        </p:sp>
        <p:sp>
          <p:nvSpPr>
            <p:cNvPr name="TextBox 9" id="9"/>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10" id="10"/>
          <p:cNvGrpSpPr/>
          <p:nvPr/>
        </p:nvGrpSpPr>
        <p:grpSpPr>
          <a:xfrm rot="0">
            <a:off x="14761196" y="5757869"/>
            <a:ext cx="2498104" cy="2498104"/>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3972F0">
                    <a:alpha val="100000"/>
                  </a:srgbClr>
                </a:gs>
                <a:gs pos="100000">
                  <a:srgbClr val="1CDAFF">
                    <a:alpha val="100000"/>
                  </a:srgbClr>
                </a:gs>
              </a:gsLst>
              <a:lin ang="5400000"/>
            </a:gradFill>
          </p:spPr>
        </p:sp>
        <p:sp>
          <p:nvSpPr>
            <p:cNvPr name="TextBox 12" id="12"/>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13" id="13"/>
          <p:cNvGrpSpPr/>
          <p:nvPr/>
        </p:nvGrpSpPr>
        <p:grpSpPr>
          <a:xfrm rot="0">
            <a:off x="9612352" y="1730578"/>
            <a:ext cx="2785139" cy="2785139"/>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28650" cap="sq">
              <a:gradFill>
                <a:gsLst>
                  <a:gs pos="0">
                    <a:srgbClr val="3972F0">
                      <a:alpha val="100000"/>
                    </a:srgbClr>
                  </a:gs>
                  <a:gs pos="100000">
                    <a:srgbClr val="1CDAFF">
                      <a:alpha val="100000"/>
                    </a:srgbClr>
                  </a:gs>
                </a:gsLst>
                <a:lin ang="5400000"/>
              </a:gradFill>
              <a:prstDash val="solid"/>
              <a:miter/>
            </a:ln>
          </p:spPr>
        </p:sp>
        <p:sp>
          <p:nvSpPr>
            <p:cNvPr name="TextBox 15" id="15"/>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16" id="16"/>
          <p:cNvSpPr/>
          <p:nvPr/>
        </p:nvSpPr>
        <p:spPr>
          <a:xfrm flipH="false" flipV="false" rot="0">
            <a:off x="638862" y="5313037"/>
            <a:ext cx="779675" cy="718763"/>
          </a:xfrm>
          <a:custGeom>
            <a:avLst/>
            <a:gdLst/>
            <a:ahLst/>
            <a:cxnLst/>
            <a:rect r="r" b="b" t="t" l="l"/>
            <a:pathLst>
              <a:path h="718763" w="779675">
                <a:moveTo>
                  <a:pt x="0" y="0"/>
                </a:moveTo>
                <a:lnTo>
                  <a:pt x="779676" y="0"/>
                </a:lnTo>
                <a:lnTo>
                  <a:pt x="779676" y="718763"/>
                </a:lnTo>
                <a:lnTo>
                  <a:pt x="0" y="718763"/>
                </a:lnTo>
                <a:lnTo>
                  <a:pt x="0" y="0"/>
                </a:lnTo>
                <a:close/>
              </a:path>
            </a:pathLst>
          </a:custGeom>
          <a:blipFill>
            <a:blip r:embed="rId4">
              <a:extLst>
                <a:ext uri="{96DAC541-7B7A-43D3-8B79-37D633B846F1}">
                  <asvg:svgBlip xmlns:asvg="http://schemas.microsoft.com/office/drawing/2016/SVG/main" r:embed="rId5"/>
                </a:ext>
              </a:extLst>
            </a:blip>
            <a:stretch>
              <a:fillRect l="-31484" t="-39236" r="-39297" b="-46019"/>
            </a:stretch>
          </a:blipFill>
        </p:spPr>
      </p:sp>
      <p:sp>
        <p:nvSpPr>
          <p:cNvPr name="Freeform 17" id="17"/>
          <p:cNvSpPr/>
          <p:nvPr/>
        </p:nvSpPr>
        <p:spPr>
          <a:xfrm flipH="false" flipV="false" rot="2599173">
            <a:off x="16119968" y="1707782"/>
            <a:ext cx="609542" cy="561922"/>
          </a:xfrm>
          <a:custGeom>
            <a:avLst/>
            <a:gdLst/>
            <a:ahLst/>
            <a:cxnLst/>
            <a:rect r="r" b="b" t="t" l="l"/>
            <a:pathLst>
              <a:path h="561922" w="609542">
                <a:moveTo>
                  <a:pt x="0" y="0"/>
                </a:moveTo>
                <a:lnTo>
                  <a:pt x="609542" y="0"/>
                </a:lnTo>
                <a:lnTo>
                  <a:pt x="609542" y="561922"/>
                </a:lnTo>
                <a:lnTo>
                  <a:pt x="0" y="561922"/>
                </a:lnTo>
                <a:lnTo>
                  <a:pt x="0" y="0"/>
                </a:lnTo>
                <a:close/>
              </a:path>
            </a:pathLst>
          </a:custGeom>
          <a:blipFill>
            <a:blip r:embed="rId4">
              <a:extLst>
                <a:ext uri="{96DAC541-7B7A-43D3-8B79-37D633B846F1}">
                  <asvg:svgBlip xmlns:asvg="http://schemas.microsoft.com/office/drawing/2016/SVG/main" r:embed="rId5"/>
                </a:ext>
              </a:extLst>
            </a:blip>
            <a:stretch>
              <a:fillRect l="-31484" t="-39236" r="-39297" b="-46019"/>
            </a:stretch>
          </a:blipFill>
        </p:spPr>
      </p:sp>
      <p:sp>
        <p:nvSpPr>
          <p:cNvPr name="Freeform 18" id="18"/>
          <p:cNvSpPr/>
          <p:nvPr/>
        </p:nvSpPr>
        <p:spPr>
          <a:xfrm flipH="false" flipV="false" rot="0">
            <a:off x="9510142" y="8167271"/>
            <a:ext cx="486056" cy="448083"/>
          </a:xfrm>
          <a:custGeom>
            <a:avLst/>
            <a:gdLst/>
            <a:ahLst/>
            <a:cxnLst/>
            <a:rect r="r" b="b" t="t" l="l"/>
            <a:pathLst>
              <a:path h="448083" w="486056">
                <a:moveTo>
                  <a:pt x="0" y="0"/>
                </a:moveTo>
                <a:lnTo>
                  <a:pt x="486057" y="0"/>
                </a:lnTo>
                <a:lnTo>
                  <a:pt x="486057" y="448084"/>
                </a:lnTo>
                <a:lnTo>
                  <a:pt x="0" y="448084"/>
                </a:lnTo>
                <a:lnTo>
                  <a:pt x="0" y="0"/>
                </a:lnTo>
                <a:close/>
              </a:path>
            </a:pathLst>
          </a:custGeom>
          <a:blipFill>
            <a:blip r:embed="rId4">
              <a:extLst>
                <a:ext uri="{96DAC541-7B7A-43D3-8B79-37D633B846F1}">
                  <asvg:svgBlip xmlns:asvg="http://schemas.microsoft.com/office/drawing/2016/SVG/main" r:embed="rId5"/>
                </a:ext>
              </a:extLst>
            </a:blip>
            <a:stretch>
              <a:fillRect l="-31484" t="-39236" r="-39297" b="-46019"/>
            </a:stretch>
          </a:blipFill>
        </p:spPr>
      </p:sp>
      <p:sp>
        <p:nvSpPr>
          <p:cNvPr name="Freeform 19" id="19"/>
          <p:cNvSpPr/>
          <p:nvPr/>
        </p:nvSpPr>
        <p:spPr>
          <a:xfrm flipH="false" flipV="false" rot="0">
            <a:off x="-1327786" y="8288732"/>
            <a:ext cx="1766866" cy="969568"/>
          </a:xfrm>
          <a:custGeom>
            <a:avLst/>
            <a:gdLst/>
            <a:ahLst/>
            <a:cxnLst/>
            <a:rect r="r" b="b" t="t" l="l"/>
            <a:pathLst>
              <a:path h="969568" w="1766866">
                <a:moveTo>
                  <a:pt x="0" y="0"/>
                </a:moveTo>
                <a:lnTo>
                  <a:pt x="1766866" y="0"/>
                </a:lnTo>
                <a:lnTo>
                  <a:pt x="1766866" y="969568"/>
                </a:lnTo>
                <a:lnTo>
                  <a:pt x="0" y="96956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0" id="20"/>
          <p:cNvSpPr/>
          <p:nvPr/>
        </p:nvSpPr>
        <p:spPr>
          <a:xfrm flipH="false" flipV="false" rot="0">
            <a:off x="17404567" y="3896607"/>
            <a:ext cx="1766866" cy="969568"/>
          </a:xfrm>
          <a:custGeom>
            <a:avLst/>
            <a:gdLst/>
            <a:ahLst/>
            <a:cxnLst/>
            <a:rect r="r" b="b" t="t" l="l"/>
            <a:pathLst>
              <a:path h="969568" w="1766866">
                <a:moveTo>
                  <a:pt x="0" y="0"/>
                </a:moveTo>
                <a:lnTo>
                  <a:pt x="1766866" y="0"/>
                </a:lnTo>
                <a:lnTo>
                  <a:pt x="1766866" y="969568"/>
                </a:lnTo>
                <a:lnTo>
                  <a:pt x="0" y="96956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1" id="21"/>
          <p:cNvSpPr/>
          <p:nvPr/>
        </p:nvSpPr>
        <p:spPr>
          <a:xfrm flipH="false" flipV="false" rot="0">
            <a:off x="10998859" y="2089523"/>
            <a:ext cx="4854133" cy="6163978"/>
          </a:xfrm>
          <a:custGeom>
            <a:avLst/>
            <a:gdLst/>
            <a:ahLst/>
            <a:cxnLst/>
            <a:rect r="r" b="b" t="t" l="l"/>
            <a:pathLst>
              <a:path h="6163978" w="4854133">
                <a:moveTo>
                  <a:pt x="0" y="0"/>
                </a:moveTo>
                <a:lnTo>
                  <a:pt x="4854132" y="0"/>
                </a:lnTo>
                <a:lnTo>
                  <a:pt x="4854132" y="6163978"/>
                </a:lnTo>
                <a:lnTo>
                  <a:pt x="0" y="6163978"/>
                </a:lnTo>
                <a:lnTo>
                  <a:pt x="0" y="0"/>
                </a:lnTo>
                <a:close/>
              </a:path>
            </a:pathLst>
          </a:custGeom>
          <a:blipFill>
            <a:blip r:embed="rId8"/>
            <a:stretch>
              <a:fillRect l="0" t="0" r="0" b="0"/>
            </a:stretch>
          </a:blipFill>
        </p:spPr>
      </p:sp>
      <p:sp>
        <p:nvSpPr>
          <p:cNvPr name="TextBox 22" id="22"/>
          <p:cNvSpPr txBox="true"/>
          <p:nvPr/>
        </p:nvSpPr>
        <p:spPr>
          <a:xfrm rot="0">
            <a:off x="2283410" y="3268013"/>
            <a:ext cx="7328942" cy="1516132"/>
          </a:xfrm>
          <a:prstGeom prst="rect">
            <a:avLst/>
          </a:prstGeom>
        </p:spPr>
        <p:txBody>
          <a:bodyPr anchor="t" rtlCol="false" tIns="0" lIns="0" bIns="0" rIns="0">
            <a:spAutoFit/>
          </a:bodyPr>
          <a:lstStyle/>
          <a:p>
            <a:pPr algn="l" marL="0" indent="0" lvl="0">
              <a:lnSpc>
                <a:spcPts val="12373"/>
              </a:lnSpc>
            </a:pPr>
            <a:r>
              <a:rPr lang="en-US" b="true" sz="8837" spc="-618">
                <a:solidFill>
                  <a:srgbClr val="000000"/>
                </a:solidFill>
                <a:latin typeface="Open Sauce Bold"/>
                <a:ea typeface="Open Sauce Bold"/>
                <a:cs typeface="Open Sauce Bold"/>
                <a:sym typeface="Open Sauce Bold"/>
              </a:rPr>
              <a:t>How Websites</a:t>
            </a:r>
          </a:p>
        </p:txBody>
      </p:sp>
      <p:sp>
        <p:nvSpPr>
          <p:cNvPr name="TextBox 23" id="23"/>
          <p:cNvSpPr txBox="true"/>
          <p:nvPr/>
        </p:nvSpPr>
        <p:spPr>
          <a:xfrm rot="0">
            <a:off x="2283410" y="4687356"/>
            <a:ext cx="8006408" cy="2322266"/>
          </a:xfrm>
          <a:prstGeom prst="rect">
            <a:avLst/>
          </a:prstGeom>
        </p:spPr>
        <p:txBody>
          <a:bodyPr anchor="t" rtlCol="false" tIns="0" lIns="0" bIns="0" rIns="0">
            <a:spAutoFit/>
          </a:bodyPr>
          <a:lstStyle/>
          <a:p>
            <a:pPr algn="l" marL="0" indent="0" lvl="0">
              <a:lnSpc>
                <a:spcPts val="19021"/>
              </a:lnSpc>
            </a:pPr>
            <a:r>
              <a:rPr lang="en-US" b="true" sz="13586" spc="-951">
                <a:solidFill>
                  <a:srgbClr val="3972F0"/>
                </a:solidFill>
                <a:latin typeface="Open Sauce Bold"/>
                <a:ea typeface="Open Sauce Bold"/>
                <a:cs typeface="Open Sauce Bold"/>
                <a:sym typeface="Open Sauce Bold"/>
              </a:rPr>
              <a:t>Store Data</a:t>
            </a:r>
          </a:p>
        </p:txBody>
      </p:sp>
      <p:sp>
        <p:nvSpPr>
          <p:cNvPr name="TextBox 24" id="24"/>
          <p:cNvSpPr txBox="true"/>
          <p:nvPr/>
        </p:nvSpPr>
        <p:spPr>
          <a:xfrm rot="0">
            <a:off x="2283410" y="7269594"/>
            <a:ext cx="5258106" cy="303647"/>
          </a:xfrm>
          <a:prstGeom prst="rect">
            <a:avLst/>
          </a:prstGeom>
        </p:spPr>
        <p:txBody>
          <a:bodyPr anchor="t" rtlCol="false" tIns="0" lIns="0" bIns="0" rIns="0">
            <a:spAutoFit/>
          </a:bodyPr>
          <a:lstStyle/>
          <a:p>
            <a:pPr algn="l" marL="0" indent="0" lvl="0">
              <a:lnSpc>
                <a:spcPts val="2545"/>
              </a:lnSpc>
            </a:pPr>
            <a:r>
              <a:rPr lang="en-US" sz="1818" i="true">
                <a:solidFill>
                  <a:srgbClr val="707070"/>
                </a:solidFill>
                <a:latin typeface="Open Sauce Italics"/>
                <a:ea typeface="Open Sauce Italics"/>
                <a:cs typeface="Open Sauce Italics"/>
                <a:sym typeface="Open Sauce Italics"/>
              </a:rPr>
              <a:t>Understanding Digital Information Management</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592695" y="1671337"/>
            <a:ext cx="2785139" cy="278513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28650" cap="sq">
              <a:gradFill>
                <a:gsLst>
                  <a:gs pos="0">
                    <a:srgbClr val="3972F0">
                      <a:alpha val="100000"/>
                    </a:srgbClr>
                  </a:gs>
                  <a:gs pos="100000">
                    <a:srgbClr val="1CDAFF">
                      <a:alpha val="100000"/>
                    </a:srgbClr>
                  </a:gs>
                </a:gsLst>
                <a:lin ang="5400000"/>
              </a:gradFill>
              <a:prstDash val="solid"/>
              <a:miter/>
            </a:ln>
          </p:spPr>
        </p:sp>
        <p:sp>
          <p:nvSpPr>
            <p:cNvPr name="TextBox 4" id="4"/>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5" id="5"/>
          <p:cNvSpPr/>
          <p:nvPr/>
        </p:nvSpPr>
        <p:spPr>
          <a:xfrm flipH="false" flipV="false" rot="0">
            <a:off x="11377835" y="-7250246"/>
            <a:ext cx="9529995" cy="9529995"/>
          </a:xfrm>
          <a:custGeom>
            <a:avLst/>
            <a:gdLst/>
            <a:ahLst/>
            <a:cxnLst/>
            <a:rect r="r" b="b" t="t" l="l"/>
            <a:pathLst>
              <a:path h="9529995" w="9529995">
                <a:moveTo>
                  <a:pt x="0" y="0"/>
                </a:moveTo>
                <a:lnTo>
                  <a:pt x="9529995" y="0"/>
                </a:lnTo>
                <a:lnTo>
                  <a:pt x="9529995" y="9529995"/>
                </a:lnTo>
                <a:lnTo>
                  <a:pt x="0" y="9529995"/>
                </a:lnTo>
                <a:lnTo>
                  <a:pt x="0" y="0"/>
                </a:lnTo>
                <a:close/>
              </a:path>
            </a:pathLst>
          </a:custGeom>
          <a:blipFill>
            <a:blip r:embed="rId2">
              <a:alphaModFix amt="46000"/>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2200064" y="6914465"/>
            <a:ext cx="3405634" cy="908329"/>
            <a:chOff x="0" y="0"/>
            <a:chExt cx="979405" cy="261221"/>
          </a:xfrm>
        </p:grpSpPr>
        <p:sp>
          <p:nvSpPr>
            <p:cNvPr name="Freeform 7" id="7"/>
            <p:cNvSpPr/>
            <p:nvPr/>
          </p:nvSpPr>
          <p:spPr>
            <a:xfrm flipH="false" flipV="false" rot="0">
              <a:off x="0" y="0"/>
              <a:ext cx="979405" cy="261221"/>
            </a:xfrm>
            <a:custGeom>
              <a:avLst/>
              <a:gdLst/>
              <a:ahLst/>
              <a:cxnLst/>
              <a:rect r="r" b="b" t="t" l="l"/>
              <a:pathLst>
                <a:path h="261221" w="979405">
                  <a:moveTo>
                    <a:pt x="38646" y="0"/>
                  </a:moveTo>
                  <a:lnTo>
                    <a:pt x="940759" y="0"/>
                  </a:lnTo>
                  <a:cubicBezTo>
                    <a:pt x="951008" y="0"/>
                    <a:pt x="960838" y="4072"/>
                    <a:pt x="968086" y="11319"/>
                  </a:cubicBezTo>
                  <a:cubicBezTo>
                    <a:pt x="975333" y="18566"/>
                    <a:pt x="979405" y="28396"/>
                    <a:pt x="979405" y="38646"/>
                  </a:cubicBezTo>
                  <a:lnTo>
                    <a:pt x="979405" y="222575"/>
                  </a:lnTo>
                  <a:cubicBezTo>
                    <a:pt x="979405" y="232824"/>
                    <a:pt x="975333" y="242654"/>
                    <a:pt x="968086" y="249902"/>
                  </a:cubicBezTo>
                  <a:cubicBezTo>
                    <a:pt x="960838" y="257149"/>
                    <a:pt x="951008" y="261221"/>
                    <a:pt x="940759" y="261221"/>
                  </a:cubicBezTo>
                  <a:lnTo>
                    <a:pt x="38646" y="261221"/>
                  </a:lnTo>
                  <a:cubicBezTo>
                    <a:pt x="17302" y="261221"/>
                    <a:pt x="0" y="243918"/>
                    <a:pt x="0" y="222575"/>
                  </a:cubicBezTo>
                  <a:lnTo>
                    <a:pt x="0" y="38646"/>
                  </a:lnTo>
                  <a:cubicBezTo>
                    <a:pt x="0" y="28396"/>
                    <a:pt x="4072" y="18566"/>
                    <a:pt x="11319" y="11319"/>
                  </a:cubicBezTo>
                  <a:cubicBezTo>
                    <a:pt x="18566" y="4072"/>
                    <a:pt x="28396" y="0"/>
                    <a:pt x="38646" y="0"/>
                  </a:cubicBezTo>
                  <a:close/>
                </a:path>
              </a:pathLst>
            </a:custGeom>
            <a:solidFill>
              <a:srgbClr val="F1F1F1"/>
            </a:solidFill>
          </p:spPr>
        </p:sp>
        <p:sp>
          <p:nvSpPr>
            <p:cNvPr name="TextBox 8" id="8"/>
            <p:cNvSpPr txBox="true"/>
            <p:nvPr/>
          </p:nvSpPr>
          <p:spPr>
            <a:xfrm>
              <a:off x="0" y="-38100"/>
              <a:ext cx="979405" cy="299321"/>
            </a:xfrm>
            <a:prstGeom prst="rect">
              <a:avLst/>
            </a:prstGeom>
          </p:spPr>
          <p:txBody>
            <a:bodyPr anchor="ctr" rtlCol="false" tIns="50800" lIns="50800" bIns="50800" rIns="50800"/>
            <a:lstStyle/>
            <a:p>
              <a:pPr algn="ctr" marL="0" indent="0" lvl="0">
                <a:lnSpc>
                  <a:spcPts val="2659"/>
                </a:lnSpc>
              </a:pPr>
            </a:p>
          </p:txBody>
        </p:sp>
      </p:grpSp>
      <p:grpSp>
        <p:nvGrpSpPr>
          <p:cNvPr name="Group 9" id="9"/>
          <p:cNvGrpSpPr/>
          <p:nvPr/>
        </p:nvGrpSpPr>
        <p:grpSpPr>
          <a:xfrm rot="0">
            <a:off x="2200064" y="8119382"/>
            <a:ext cx="3405634" cy="908329"/>
            <a:chOff x="0" y="0"/>
            <a:chExt cx="979405" cy="261221"/>
          </a:xfrm>
        </p:grpSpPr>
        <p:sp>
          <p:nvSpPr>
            <p:cNvPr name="Freeform 10" id="10"/>
            <p:cNvSpPr/>
            <p:nvPr/>
          </p:nvSpPr>
          <p:spPr>
            <a:xfrm flipH="false" flipV="false" rot="0">
              <a:off x="0" y="0"/>
              <a:ext cx="979405" cy="261221"/>
            </a:xfrm>
            <a:custGeom>
              <a:avLst/>
              <a:gdLst/>
              <a:ahLst/>
              <a:cxnLst/>
              <a:rect r="r" b="b" t="t" l="l"/>
              <a:pathLst>
                <a:path h="261221" w="979405">
                  <a:moveTo>
                    <a:pt x="38646" y="0"/>
                  </a:moveTo>
                  <a:lnTo>
                    <a:pt x="940759" y="0"/>
                  </a:lnTo>
                  <a:cubicBezTo>
                    <a:pt x="951008" y="0"/>
                    <a:pt x="960838" y="4072"/>
                    <a:pt x="968086" y="11319"/>
                  </a:cubicBezTo>
                  <a:cubicBezTo>
                    <a:pt x="975333" y="18566"/>
                    <a:pt x="979405" y="28396"/>
                    <a:pt x="979405" y="38646"/>
                  </a:cubicBezTo>
                  <a:lnTo>
                    <a:pt x="979405" y="222575"/>
                  </a:lnTo>
                  <a:cubicBezTo>
                    <a:pt x="979405" y="232824"/>
                    <a:pt x="975333" y="242654"/>
                    <a:pt x="968086" y="249902"/>
                  </a:cubicBezTo>
                  <a:cubicBezTo>
                    <a:pt x="960838" y="257149"/>
                    <a:pt x="951008" y="261221"/>
                    <a:pt x="940759" y="261221"/>
                  </a:cubicBezTo>
                  <a:lnTo>
                    <a:pt x="38646" y="261221"/>
                  </a:lnTo>
                  <a:cubicBezTo>
                    <a:pt x="17302" y="261221"/>
                    <a:pt x="0" y="243918"/>
                    <a:pt x="0" y="222575"/>
                  </a:cubicBezTo>
                  <a:lnTo>
                    <a:pt x="0" y="38646"/>
                  </a:lnTo>
                  <a:cubicBezTo>
                    <a:pt x="0" y="28396"/>
                    <a:pt x="4072" y="18566"/>
                    <a:pt x="11319" y="11319"/>
                  </a:cubicBezTo>
                  <a:cubicBezTo>
                    <a:pt x="18566" y="4072"/>
                    <a:pt x="28396" y="0"/>
                    <a:pt x="38646" y="0"/>
                  </a:cubicBezTo>
                  <a:close/>
                </a:path>
              </a:pathLst>
            </a:custGeom>
            <a:solidFill>
              <a:srgbClr val="F1F1F1"/>
            </a:solidFill>
          </p:spPr>
        </p:sp>
        <p:sp>
          <p:nvSpPr>
            <p:cNvPr name="TextBox 11" id="11"/>
            <p:cNvSpPr txBox="true"/>
            <p:nvPr/>
          </p:nvSpPr>
          <p:spPr>
            <a:xfrm>
              <a:off x="0" y="-38100"/>
              <a:ext cx="979405" cy="299321"/>
            </a:xfrm>
            <a:prstGeom prst="rect">
              <a:avLst/>
            </a:prstGeom>
          </p:spPr>
          <p:txBody>
            <a:bodyPr anchor="ctr" rtlCol="false" tIns="50800" lIns="50800" bIns="50800" rIns="50800"/>
            <a:lstStyle/>
            <a:p>
              <a:pPr algn="ctr" marL="0" indent="0" lvl="0">
                <a:lnSpc>
                  <a:spcPts val="2659"/>
                </a:lnSpc>
              </a:pPr>
            </a:p>
          </p:txBody>
        </p:sp>
      </p:grpSp>
      <p:grpSp>
        <p:nvGrpSpPr>
          <p:cNvPr name="Group 12" id="12"/>
          <p:cNvGrpSpPr/>
          <p:nvPr/>
        </p:nvGrpSpPr>
        <p:grpSpPr>
          <a:xfrm rot="0">
            <a:off x="9744163" y="6914465"/>
            <a:ext cx="3405634" cy="908329"/>
            <a:chOff x="0" y="0"/>
            <a:chExt cx="979405" cy="261221"/>
          </a:xfrm>
        </p:grpSpPr>
        <p:sp>
          <p:nvSpPr>
            <p:cNvPr name="Freeform 13" id="13"/>
            <p:cNvSpPr/>
            <p:nvPr/>
          </p:nvSpPr>
          <p:spPr>
            <a:xfrm flipH="false" flipV="false" rot="0">
              <a:off x="0" y="0"/>
              <a:ext cx="979405" cy="261221"/>
            </a:xfrm>
            <a:custGeom>
              <a:avLst/>
              <a:gdLst/>
              <a:ahLst/>
              <a:cxnLst/>
              <a:rect r="r" b="b" t="t" l="l"/>
              <a:pathLst>
                <a:path h="261221" w="979405">
                  <a:moveTo>
                    <a:pt x="38646" y="0"/>
                  </a:moveTo>
                  <a:lnTo>
                    <a:pt x="940759" y="0"/>
                  </a:lnTo>
                  <a:cubicBezTo>
                    <a:pt x="951008" y="0"/>
                    <a:pt x="960838" y="4072"/>
                    <a:pt x="968086" y="11319"/>
                  </a:cubicBezTo>
                  <a:cubicBezTo>
                    <a:pt x="975333" y="18566"/>
                    <a:pt x="979405" y="28396"/>
                    <a:pt x="979405" y="38646"/>
                  </a:cubicBezTo>
                  <a:lnTo>
                    <a:pt x="979405" y="222575"/>
                  </a:lnTo>
                  <a:cubicBezTo>
                    <a:pt x="979405" y="232824"/>
                    <a:pt x="975333" y="242654"/>
                    <a:pt x="968086" y="249902"/>
                  </a:cubicBezTo>
                  <a:cubicBezTo>
                    <a:pt x="960838" y="257149"/>
                    <a:pt x="951008" y="261221"/>
                    <a:pt x="940759" y="261221"/>
                  </a:cubicBezTo>
                  <a:lnTo>
                    <a:pt x="38646" y="261221"/>
                  </a:lnTo>
                  <a:cubicBezTo>
                    <a:pt x="17302" y="261221"/>
                    <a:pt x="0" y="243918"/>
                    <a:pt x="0" y="222575"/>
                  </a:cubicBezTo>
                  <a:lnTo>
                    <a:pt x="0" y="38646"/>
                  </a:lnTo>
                  <a:cubicBezTo>
                    <a:pt x="0" y="28396"/>
                    <a:pt x="4072" y="18566"/>
                    <a:pt x="11319" y="11319"/>
                  </a:cubicBezTo>
                  <a:cubicBezTo>
                    <a:pt x="18566" y="4072"/>
                    <a:pt x="28396" y="0"/>
                    <a:pt x="38646" y="0"/>
                  </a:cubicBezTo>
                  <a:close/>
                </a:path>
              </a:pathLst>
            </a:custGeom>
            <a:solidFill>
              <a:srgbClr val="F1F1F1"/>
            </a:solidFill>
          </p:spPr>
        </p:sp>
        <p:sp>
          <p:nvSpPr>
            <p:cNvPr name="TextBox 14" id="14"/>
            <p:cNvSpPr txBox="true"/>
            <p:nvPr/>
          </p:nvSpPr>
          <p:spPr>
            <a:xfrm>
              <a:off x="0" y="-38100"/>
              <a:ext cx="979405" cy="299321"/>
            </a:xfrm>
            <a:prstGeom prst="rect">
              <a:avLst/>
            </a:prstGeom>
          </p:spPr>
          <p:txBody>
            <a:bodyPr anchor="ctr" rtlCol="false" tIns="50800" lIns="50800" bIns="50800" rIns="50800"/>
            <a:lstStyle/>
            <a:p>
              <a:pPr algn="ctr" marL="0" indent="0" lvl="0">
                <a:lnSpc>
                  <a:spcPts val="2659"/>
                </a:lnSpc>
              </a:pPr>
            </a:p>
          </p:txBody>
        </p:sp>
      </p:grpSp>
      <p:grpSp>
        <p:nvGrpSpPr>
          <p:cNvPr name="Group 15" id="15"/>
          <p:cNvGrpSpPr/>
          <p:nvPr/>
        </p:nvGrpSpPr>
        <p:grpSpPr>
          <a:xfrm rot="0">
            <a:off x="9744163" y="8119382"/>
            <a:ext cx="3405634" cy="908329"/>
            <a:chOff x="0" y="0"/>
            <a:chExt cx="979405" cy="261221"/>
          </a:xfrm>
        </p:grpSpPr>
        <p:sp>
          <p:nvSpPr>
            <p:cNvPr name="Freeform 16" id="16"/>
            <p:cNvSpPr/>
            <p:nvPr/>
          </p:nvSpPr>
          <p:spPr>
            <a:xfrm flipH="false" flipV="false" rot="0">
              <a:off x="0" y="0"/>
              <a:ext cx="979405" cy="261221"/>
            </a:xfrm>
            <a:custGeom>
              <a:avLst/>
              <a:gdLst/>
              <a:ahLst/>
              <a:cxnLst/>
              <a:rect r="r" b="b" t="t" l="l"/>
              <a:pathLst>
                <a:path h="261221" w="979405">
                  <a:moveTo>
                    <a:pt x="38646" y="0"/>
                  </a:moveTo>
                  <a:lnTo>
                    <a:pt x="940759" y="0"/>
                  </a:lnTo>
                  <a:cubicBezTo>
                    <a:pt x="951008" y="0"/>
                    <a:pt x="960838" y="4072"/>
                    <a:pt x="968086" y="11319"/>
                  </a:cubicBezTo>
                  <a:cubicBezTo>
                    <a:pt x="975333" y="18566"/>
                    <a:pt x="979405" y="28396"/>
                    <a:pt x="979405" y="38646"/>
                  </a:cubicBezTo>
                  <a:lnTo>
                    <a:pt x="979405" y="222575"/>
                  </a:lnTo>
                  <a:cubicBezTo>
                    <a:pt x="979405" y="232824"/>
                    <a:pt x="975333" y="242654"/>
                    <a:pt x="968086" y="249902"/>
                  </a:cubicBezTo>
                  <a:cubicBezTo>
                    <a:pt x="960838" y="257149"/>
                    <a:pt x="951008" y="261221"/>
                    <a:pt x="940759" y="261221"/>
                  </a:cubicBezTo>
                  <a:lnTo>
                    <a:pt x="38646" y="261221"/>
                  </a:lnTo>
                  <a:cubicBezTo>
                    <a:pt x="17302" y="261221"/>
                    <a:pt x="0" y="243918"/>
                    <a:pt x="0" y="222575"/>
                  </a:cubicBezTo>
                  <a:lnTo>
                    <a:pt x="0" y="38646"/>
                  </a:lnTo>
                  <a:cubicBezTo>
                    <a:pt x="0" y="28396"/>
                    <a:pt x="4072" y="18566"/>
                    <a:pt x="11319" y="11319"/>
                  </a:cubicBezTo>
                  <a:cubicBezTo>
                    <a:pt x="18566" y="4072"/>
                    <a:pt x="28396" y="0"/>
                    <a:pt x="38646" y="0"/>
                  </a:cubicBezTo>
                  <a:close/>
                </a:path>
              </a:pathLst>
            </a:custGeom>
            <a:solidFill>
              <a:srgbClr val="F1F1F1"/>
            </a:solidFill>
          </p:spPr>
        </p:sp>
        <p:sp>
          <p:nvSpPr>
            <p:cNvPr name="TextBox 17" id="17"/>
            <p:cNvSpPr txBox="true"/>
            <p:nvPr/>
          </p:nvSpPr>
          <p:spPr>
            <a:xfrm>
              <a:off x="0" y="-38100"/>
              <a:ext cx="979405" cy="299321"/>
            </a:xfrm>
            <a:prstGeom prst="rect">
              <a:avLst/>
            </a:prstGeom>
          </p:spPr>
          <p:txBody>
            <a:bodyPr anchor="ctr" rtlCol="false" tIns="50800" lIns="50800" bIns="50800" rIns="50800"/>
            <a:lstStyle/>
            <a:p>
              <a:pPr algn="ctr" marL="0" indent="0" lvl="0">
                <a:lnSpc>
                  <a:spcPts val="2659"/>
                </a:lnSpc>
              </a:pPr>
            </a:p>
          </p:txBody>
        </p:sp>
      </p:grpSp>
      <p:grpSp>
        <p:nvGrpSpPr>
          <p:cNvPr name="Group 18" id="18"/>
          <p:cNvGrpSpPr/>
          <p:nvPr/>
        </p:nvGrpSpPr>
        <p:grpSpPr>
          <a:xfrm rot="0">
            <a:off x="5974138" y="6914465"/>
            <a:ext cx="3405634" cy="908329"/>
            <a:chOff x="0" y="0"/>
            <a:chExt cx="979405" cy="261221"/>
          </a:xfrm>
        </p:grpSpPr>
        <p:sp>
          <p:nvSpPr>
            <p:cNvPr name="Freeform 19" id="19"/>
            <p:cNvSpPr/>
            <p:nvPr/>
          </p:nvSpPr>
          <p:spPr>
            <a:xfrm flipH="false" flipV="false" rot="0">
              <a:off x="0" y="0"/>
              <a:ext cx="979405" cy="261221"/>
            </a:xfrm>
            <a:custGeom>
              <a:avLst/>
              <a:gdLst/>
              <a:ahLst/>
              <a:cxnLst/>
              <a:rect r="r" b="b" t="t" l="l"/>
              <a:pathLst>
                <a:path h="261221" w="979405">
                  <a:moveTo>
                    <a:pt x="38646" y="0"/>
                  </a:moveTo>
                  <a:lnTo>
                    <a:pt x="940759" y="0"/>
                  </a:lnTo>
                  <a:cubicBezTo>
                    <a:pt x="951008" y="0"/>
                    <a:pt x="960838" y="4072"/>
                    <a:pt x="968086" y="11319"/>
                  </a:cubicBezTo>
                  <a:cubicBezTo>
                    <a:pt x="975333" y="18566"/>
                    <a:pt x="979405" y="28396"/>
                    <a:pt x="979405" y="38646"/>
                  </a:cubicBezTo>
                  <a:lnTo>
                    <a:pt x="979405" y="222575"/>
                  </a:lnTo>
                  <a:cubicBezTo>
                    <a:pt x="979405" y="232824"/>
                    <a:pt x="975333" y="242654"/>
                    <a:pt x="968086" y="249902"/>
                  </a:cubicBezTo>
                  <a:cubicBezTo>
                    <a:pt x="960838" y="257149"/>
                    <a:pt x="951008" y="261221"/>
                    <a:pt x="940759" y="261221"/>
                  </a:cubicBezTo>
                  <a:lnTo>
                    <a:pt x="38646" y="261221"/>
                  </a:lnTo>
                  <a:cubicBezTo>
                    <a:pt x="17302" y="261221"/>
                    <a:pt x="0" y="243918"/>
                    <a:pt x="0" y="222575"/>
                  </a:cubicBezTo>
                  <a:lnTo>
                    <a:pt x="0" y="38646"/>
                  </a:lnTo>
                  <a:cubicBezTo>
                    <a:pt x="0" y="28396"/>
                    <a:pt x="4072" y="18566"/>
                    <a:pt x="11319" y="11319"/>
                  </a:cubicBezTo>
                  <a:cubicBezTo>
                    <a:pt x="18566" y="4072"/>
                    <a:pt x="28396" y="0"/>
                    <a:pt x="38646" y="0"/>
                  </a:cubicBezTo>
                  <a:close/>
                </a:path>
              </a:pathLst>
            </a:custGeom>
            <a:solidFill>
              <a:srgbClr val="F1F1F1"/>
            </a:solidFill>
          </p:spPr>
        </p:sp>
        <p:sp>
          <p:nvSpPr>
            <p:cNvPr name="TextBox 20" id="20"/>
            <p:cNvSpPr txBox="true"/>
            <p:nvPr/>
          </p:nvSpPr>
          <p:spPr>
            <a:xfrm>
              <a:off x="0" y="-38100"/>
              <a:ext cx="979405" cy="299321"/>
            </a:xfrm>
            <a:prstGeom prst="rect">
              <a:avLst/>
            </a:prstGeom>
          </p:spPr>
          <p:txBody>
            <a:bodyPr anchor="ctr" rtlCol="false" tIns="50800" lIns="50800" bIns="50800" rIns="50800"/>
            <a:lstStyle/>
            <a:p>
              <a:pPr algn="ctr" marL="0" indent="0" lvl="0">
                <a:lnSpc>
                  <a:spcPts val="2659"/>
                </a:lnSpc>
              </a:pPr>
            </a:p>
          </p:txBody>
        </p:sp>
      </p:grpSp>
      <p:grpSp>
        <p:nvGrpSpPr>
          <p:cNvPr name="Group 21" id="21"/>
          <p:cNvGrpSpPr/>
          <p:nvPr/>
        </p:nvGrpSpPr>
        <p:grpSpPr>
          <a:xfrm rot="0">
            <a:off x="5974138" y="8119382"/>
            <a:ext cx="3405634" cy="908329"/>
            <a:chOff x="0" y="0"/>
            <a:chExt cx="979405" cy="261221"/>
          </a:xfrm>
        </p:grpSpPr>
        <p:sp>
          <p:nvSpPr>
            <p:cNvPr name="Freeform 22" id="22"/>
            <p:cNvSpPr/>
            <p:nvPr/>
          </p:nvSpPr>
          <p:spPr>
            <a:xfrm flipH="false" flipV="false" rot="0">
              <a:off x="0" y="0"/>
              <a:ext cx="979405" cy="261221"/>
            </a:xfrm>
            <a:custGeom>
              <a:avLst/>
              <a:gdLst/>
              <a:ahLst/>
              <a:cxnLst/>
              <a:rect r="r" b="b" t="t" l="l"/>
              <a:pathLst>
                <a:path h="261221" w="979405">
                  <a:moveTo>
                    <a:pt x="38646" y="0"/>
                  </a:moveTo>
                  <a:lnTo>
                    <a:pt x="940759" y="0"/>
                  </a:lnTo>
                  <a:cubicBezTo>
                    <a:pt x="951008" y="0"/>
                    <a:pt x="960838" y="4072"/>
                    <a:pt x="968086" y="11319"/>
                  </a:cubicBezTo>
                  <a:cubicBezTo>
                    <a:pt x="975333" y="18566"/>
                    <a:pt x="979405" y="28396"/>
                    <a:pt x="979405" y="38646"/>
                  </a:cubicBezTo>
                  <a:lnTo>
                    <a:pt x="979405" y="222575"/>
                  </a:lnTo>
                  <a:cubicBezTo>
                    <a:pt x="979405" y="232824"/>
                    <a:pt x="975333" y="242654"/>
                    <a:pt x="968086" y="249902"/>
                  </a:cubicBezTo>
                  <a:cubicBezTo>
                    <a:pt x="960838" y="257149"/>
                    <a:pt x="951008" y="261221"/>
                    <a:pt x="940759" y="261221"/>
                  </a:cubicBezTo>
                  <a:lnTo>
                    <a:pt x="38646" y="261221"/>
                  </a:lnTo>
                  <a:cubicBezTo>
                    <a:pt x="17302" y="261221"/>
                    <a:pt x="0" y="243918"/>
                    <a:pt x="0" y="222575"/>
                  </a:cubicBezTo>
                  <a:lnTo>
                    <a:pt x="0" y="38646"/>
                  </a:lnTo>
                  <a:cubicBezTo>
                    <a:pt x="0" y="28396"/>
                    <a:pt x="4072" y="18566"/>
                    <a:pt x="11319" y="11319"/>
                  </a:cubicBezTo>
                  <a:cubicBezTo>
                    <a:pt x="18566" y="4072"/>
                    <a:pt x="28396" y="0"/>
                    <a:pt x="38646" y="0"/>
                  </a:cubicBezTo>
                  <a:close/>
                </a:path>
              </a:pathLst>
            </a:custGeom>
            <a:solidFill>
              <a:srgbClr val="F1F1F1"/>
            </a:solidFill>
          </p:spPr>
        </p:sp>
        <p:sp>
          <p:nvSpPr>
            <p:cNvPr name="TextBox 23" id="23"/>
            <p:cNvSpPr txBox="true"/>
            <p:nvPr/>
          </p:nvSpPr>
          <p:spPr>
            <a:xfrm>
              <a:off x="0" y="-38100"/>
              <a:ext cx="979405" cy="299321"/>
            </a:xfrm>
            <a:prstGeom prst="rect">
              <a:avLst/>
            </a:prstGeom>
          </p:spPr>
          <p:txBody>
            <a:bodyPr anchor="ctr" rtlCol="false" tIns="50800" lIns="50800" bIns="50800" rIns="50800"/>
            <a:lstStyle/>
            <a:p>
              <a:pPr algn="ctr" marL="0" indent="0" lvl="0">
                <a:lnSpc>
                  <a:spcPts val="2659"/>
                </a:lnSpc>
              </a:pPr>
            </a:p>
          </p:txBody>
        </p:sp>
      </p:grpSp>
      <p:grpSp>
        <p:nvGrpSpPr>
          <p:cNvPr name="Group 24" id="24"/>
          <p:cNvGrpSpPr/>
          <p:nvPr/>
        </p:nvGrpSpPr>
        <p:grpSpPr>
          <a:xfrm rot="0">
            <a:off x="16142832" y="7822794"/>
            <a:ext cx="1673561" cy="1673561"/>
            <a:chOff x="0" y="0"/>
            <a:chExt cx="812800" cy="812800"/>
          </a:xfrm>
        </p:grpSpPr>
        <p:sp>
          <p:nvSpPr>
            <p:cNvPr name="Freeform 25" id="2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3972F0">
                    <a:alpha val="100000"/>
                  </a:srgbClr>
                </a:gs>
                <a:gs pos="100000">
                  <a:srgbClr val="1CDAFF">
                    <a:alpha val="100000"/>
                  </a:srgbClr>
                </a:gs>
              </a:gsLst>
              <a:lin ang="5400000"/>
            </a:gradFill>
          </p:spPr>
        </p:sp>
        <p:sp>
          <p:nvSpPr>
            <p:cNvPr name="TextBox 26" id="26"/>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7" id="27"/>
          <p:cNvGrpSpPr/>
          <p:nvPr/>
        </p:nvGrpSpPr>
        <p:grpSpPr>
          <a:xfrm rot="0">
            <a:off x="13518237" y="6914465"/>
            <a:ext cx="3405634" cy="908329"/>
            <a:chOff x="0" y="0"/>
            <a:chExt cx="979405" cy="261221"/>
          </a:xfrm>
        </p:grpSpPr>
        <p:sp>
          <p:nvSpPr>
            <p:cNvPr name="Freeform 28" id="28"/>
            <p:cNvSpPr/>
            <p:nvPr/>
          </p:nvSpPr>
          <p:spPr>
            <a:xfrm flipH="false" flipV="false" rot="0">
              <a:off x="0" y="0"/>
              <a:ext cx="979405" cy="261221"/>
            </a:xfrm>
            <a:custGeom>
              <a:avLst/>
              <a:gdLst/>
              <a:ahLst/>
              <a:cxnLst/>
              <a:rect r="r" b="b" t="t" l="l"/>
              <a:pathLst>
                <a:path h="261221" w="979405">
                  <a:moveTo>
                    <a:pt x="38646" y="0"/>
                  </a:moveTo>
                  <a:lnTo>
                    <a:pt x="940759" y="0"/>
                  </a:lnTo>
                  <a:cubicBezTo>
                    <a:pt x="951008" y="0"/>
                    <a:pt x="960838" y="4072"/>
                    <a:pt x="968086" y="11319"/>
                  </a:cubicBezTo>
                  <a:cubicBezTo>
                    <a:pt x="975333" y="18566"/>
                    <a:pt x="979405" y="28396"/>
                    <a:pt x="979405" y="38646"/>
                  </a:cubicBezTo>
                  <a:lnTo>
                    <a:pt x="979405" y="222575"/>
                  </a:lnTo>
                  <a:cubicBezTo>
                    <a:pt x="979405" y="232824"/>
                    <a:pt x="975333" y="242654"/>
                    <a:pt x="968086" y="249902"/>
                  </a:cubicBezTo>
                  <a:cubicBezTo>
                    <a:pt x="960838" y="257149"/>
                    <a:pt x="951008" y="261221"/>
                    <a:pt x="940759" y="261221"/>
                  </a:cubicBezTo>
                  <a:lnTo>
                    <a:pt x="38646" y="261221"/>
                  </a:lnTo>
                  <a:cubicBezTo>
                    <a:pt x="17302" y="261221"/>
                    <a:pt x="0" y="243918"/>
                    <a:pt x="0" y="222575"/>
                  </a:cubicBezTo>
                  <a:lnTo>
                    <a:pt x="0" y="38646"/>
                  </a:lnTo>
                  <a:cubicBezTo>
                    <a:pt x="0" y="28396"/>
                    <a:pt x="4072" y="18566"/>
                    <a:pt x="11319" y="11319"/>
                  </a:cubicBezTo>
                  <a:cubicBezTo>
                    <a:pt x="18566" y="4072"/>
                    <a:pt x="28396" y="0"/>
                    <a:pt x="38646" y="0"/>
                  </a:cubicBezTo>
                  <a:close/>
                </a:path>
              </a:pathLst>
            </a:custGeom>
            <a:solidFill>
              <a:srgbClr val="F1F1F1"/>
            </a:solidFill>
          </p:spPr>
        </p:sp>
        <p:sp>
          <p:nvSpPr>
            <p:cNvPr name="TextBox 29" id="29"/>
            <p:cNvSpPr txBox="true"/>
            <p:nvPr/>
          </p:nvSpPr>
          <p:spPr>
            <a:xfrm>
              <a:off x="0" y="-38100"/>
              <a:ext cx="979405" cy="299321"/>
            </a:xfrm>
            <a:prstGeom prst="rect">
              <a:avLst/>
            </a:prstGeom>
          </p:spPr>
          <p:txBody>
            <a:bodyPr anchor="ctr" rtlCol="false" tIns="50800" lIns="50800" bIns="50800" rIns="50800"/>
            <a:lstStyle/>
            <a:p>
              <a:pPr algn="ctr" marL="0" indent="0" lvl="0">
                <a:lnSpc>
                  <a:spcPts val="2659"/>
                </a:lnSpc>
              </a:pPr>
            </a:p>
          </p:txBody>
        </p:sp>
      </p:grpSp>
      <p:grpSp>
        <p:nvGrpSpPr>
          <p:cNvPr name="Group 30" id="30"/>
          <p:cNvGrpSpPr/>
          <p:nvPr/>
        </p:nvGrpSpPr>
        <p:grpSpPr>
          <a:xfrm rot="0">
            <a:off x="13518237" y="8119382"/>
            <a:ext cx="3405634" cy="908329"/>
            <a:chOff x="0" y="0"/>
            <a:chExt cx="979405" cy="261221"/>
          </a:xfrm>
        </p:grpSpPr>
        <p:sp>
          <p:nvSpPr>
            <p:cNvPr name="Freeform 31" id="31"/>
            <p:cNvSpPr/>
            <p:nvPr/>
          </p:nvSpPr>
          <p:spPr>
            <a:xfrm flipH="false" flipV="false" rot="0">
              <a:off x="0" y="0"/>
              <a:ext cx="979405" cy="261221"/>
            </a:xfrm>
            <a:custGeom>
              <a:avLst/>
              <a:gdLst/>
              <a:ahLst/>
              <a:cxnLst/>
              <a:rect r="r" b="b" t="t" l="l"/>
              <a:pathLst>
                <a:path h="261221" w="979405">
                  <a:moveTo>
                    <a:pt x="38646" y="0"/>
                  </a:moveTo>
                  <a:lnTo>
                    <a:pt x="940759" y="0"/>
                  </a:lnTo>
                  <a:cubicBezTo>
                    <a:pt x="951008" y="0"/>
                    <a:pt x="960838" y="4072"/>
                    <a:pt x="968086" y="11319"/>
                  </a:cubicBezTo>
                  <a:cubicBezTo>
                    <a:pt x="975333" y="18566"/>
                    <a:pt x="979405" y="28396"/>
                    <a:pt x="979405" y="38646"/>
                  </a:cubicBezTo>
                  <a:lnTo>
                    <a:pt x="979405" y="222575"/>
                  </a:lnTo>
                  <a:cubicBezTo>
                    <a:pt x="979405" y="232824"/>
                    <a:pt x="975333" y="242654"/>
                    <a:pt x="968086" y="249902"/>
                  </a:cubicBezTo>
                  <a:cubicBezTo>
                    <a:pt x="960838" y="257149"/>
                    <a:pt x="951008" y="261221"/>
                    <a:pt x="940759" y="261221"/>
                  </a:cubicBezTo>
                  <a:lnTo>
                    <a:pt x="38646" y="261221"/>
                  </a:lnTo>
                  <a:cubicBezTo>
                    <a:pt x="17302" y="261221"/>
                    <a:pt x="0" y="243918"/>
                    <a:pt x="0" y="222575"/>
                  </a:cubicBezTo>
                  <a:lnTo>
                    <a:pt x="0" y="38646"/>
                  </a:lnTo>
                  <a:cubicBezTo>
                    <a:pt x="0" y="28396"/>
                    <a:pt x="4072" y="18566"/>
                    <a:pt x="11319" y="11319"/>
                  </a:cubicBezTo>
                  <a:cubicBezTo>
                    <a:pt x="18566" y="4072"/>
                    <a:pt x="28396" y="0"/>
                    <a:pt x="38646" y="0"/>
                  </a:cubicBezTo>
                  <a:close/>
                </a:path>
              </a:pathLst>
            </a:custGeom>
            <a:solidFill>
              <a:srgbClr val="F1F1F1"/>
            </a:solidFill>
          </p:spPr>
        </p:sp>
        <p:sp>
          <p:nvSpPr>
            <p:cNvPr name="TextBox 32" id="32"/>
            <p:cNvSpPr txBox="true"/>
            <p:nvPr/>
          </p:nvSpPr>
          <p:spPr>
            <a:xfrm>
              <a:off x="0" y="-38100"/>
              <a:ext cx="979405" cy="299321"/>
            </a:xfrm>
            <a:prstGeom prst="rect">
              <a:avLst/>
            </a:prstGeom>
          </p:spPr>
          <p:txBody>
            <a:bodyPr anchor="ctr" rtlCol="false" tIns="50800" lIns="50800" bIns="50800" rIns="50800"/>
            <a:lstStyle/>
            <a:p>
              <a:pPr algn="ctr" marL="0" indent="0" lvl="0">
                <a:lnSpc>
                  <a:spcPts val="2659"/>
                </a:lnSpc>
              </a:pPr>
            </a:p>
          </p:txBody>
        </p:sp>
      </p:grpSp>
      <p:sp>
        <p:nvSpPr>
          <p:cNvPr name="Freeform 33" id="33"/>
          <p:cNvSpPr/>
          <p:nvPr/>
        </p:nvSpPr>
        <p:spPr>
          <a:xfrm flipH="false" flipV="false" rot="0">
            <a:off x="16875807" y="1480173"/>
            <a:ext cx="1766866" cy="969568"/>
          </a:xfrm>
          <a:custGeom>
            <a:avLst/>
            <a:gdLst/>
            <a:ahLst/>
            <a:cxnLst/>
            <a:rect r="r" b="b" t="t" l="l"/>
            <a:pathLst>
              <a:path h="969568" w="1766866">
                <a:moveTo>
                  <a:pt x="0" y="0"/>
                </a:moveTo>
                <a:lnTo>
                  <a:pt x="1766866" y="0"/>
                </a:lnTo>
                <a:lnTo>
                  <a:pt x="1766866" y="969568"/>
                </a:lnTo>
                <a:lnTo>
                  <a:pt x="0" y="9695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34" id="34"/>
          <p:cNvSpPr/>
          <p:nvPr/>
        </p:nvSpPr>
        <p:spPr>
          <a:xfrm flipH="false" flipV="false" rot="0">
            <a:off x="61722" y="8808782"/>
            <a:ext cx="1766866" cy="969568"/>
          </a:xfrm>
          <a:custGeom>
            <a:avLst/>
            <a:gdLst/>
            <a:ahLst/>
            <a:cxnLst/>
            <a:rect r="r" b="b" t="t" l="l"/>
            <a:pathLst>
              <a:path h="969568" w="1766866">
                <a:moveTo>
                  <a:pt x="0" y="0"/>
                </a:moveTo>
                <a:lnTo>
                  <a:pt x="1766867" y="0"/>
                </a:lnTo>
                <a:lnTo>
                  <a:pt x="1766867" y="969568"/>
                </a:lnTo>
                <a:lnTo>
                  <a:pt x="0" y="9695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35" id="35"/>
          <p:cNvGrpSpPr/>
          <p:nvPr/>
        </p:nvGrpSpPr>
        <p:grpSpPr>
          <a:xfrm rot="0">
            <a:off x="-17259300" y="-1690561"/>
            <a:ext cx="17966065" cy="12844173"/>
            <a:chOff x="0" y="0"/>
            <a:chExt cx="4731803" cy="3382827"/>
          </a:xfrm>
        </p:grpSpPr>
        <p:sp>
          <p:nvSpPr>
            <p:cNvPr name="Freeform 36" id="36"/>
            <p:cNvSpPr/>
            <p:nvPr/>
          </p:nvSpPr>
          <p:spPr>
            <a:xfrm flipH="false" flipV="false" rot="0">
              <a:off x="0" y="0"/>
              <a:ext cx="4731803" cy="3382827"/>
            </a:xfrm>
            <a:custGeom>
              <a:avLst/>
              <a:gdLst/>
              <a:ahLst/>
              <a:cxnLst/>
              <a:rect r="r" b="b" t="t" l="l"/>
              <a:pathLst>
                <a:path h="3382827" w="4731803">
                  <a:moveTo>
                    <a:pt x="21977" y="0"/>
                  </a:moveTo>
                  <a:lnTo>
                    <a:pt x="4709826" y="0"/>
                  </a:lnTo>
                  <a:cubicBezTo>
                    <a:pt x="4715655" y="0"/>
                    <a:pt x="4721245" y="2315"/>
                    <a:pt x="4725366" y="6437"/>
                  </a:cubicBezTo>
                  <a:cubicBezTo>
                    <a:pt x="4729488" y="10558"/>
                    <a:pt x="4731803" y="16148"/>
                    <a:pt x="4731803" y="21977"/>
                  </a:cubicBezTo>
                  <a:lnTo>
                    <a:pt x="4731803" y="3360850"/>
                  </a:lnTo>
                  <a:cubicBezTo>
                    <a:pt x="4731803" y="3366679"/>
                    <a:pt x="4729488" y="3372269"/>
                    <a:pt x="4725366" y="3376390"/>
                  </a:cubicBezTo>
                  <a:cubicBezTo>
                    <a:pt x="4721245" y="3380512"/>
                    <a:pt x="4715655" y="3382827"/>
                    <a:pt x="4709826" y="3382827"/>
                  </a:cubicBezTo>
                  <a:lnTo>
                    <a:pt x="21977" y="3382827"/>
                  </a:lnTo>
                  <a:cubicBezTo>
                    <a:pt x="16148" y="3382827"/>
                    <a:pt x="10558" y="3380512"/>
                    <a:pt x="6437" y="3376390"/>
                  </a:cubicBezTo>
                  <a:cubicBezTo>
                    <a:pt x="2315" y="3372269"/>
                    <a:pt x="0" y="3366679"/>
                    <a:pt x="0" y="3360850"/>
                  </a:cubicBezTo>
                  <a:lnTo>
                    <a:pt x="0" y="21977"/>
                  </a:lnTo>
                  <a:cubicBezTo>
                    <a:pt x="0" y="16148"/>
                    <a:pt x="2315" y="10558"/>
                    <a:pt x="6437" y="6437"/>
                  </a:cubicBezTo>
                  <a:cubicBezTo>
                    <a:pt x="10558" y="2315"/>
                    <a:pt x="16148" y="0"/>
                    <a:pt x="21977" y="0"/>
                  </a:cubicBezTo>
                  <a:close/>
                </a:path>
              </a:pathLst>
            </a:custGeom>
            <a:solidFill>
              <a:srgbClr val="3972F0"/>
            </a:solidFill>
          </p:spPr>
        </p:sp>
        <p:sp>
          <p:nvSpPr>
            <p:cNvPr name="TextBox 37" id="37"/>
            <p:cNvSpPr txBox="true"/>
            <p:nvPr/>
          </p:nvSpPr>
          <p:spPr>
            <a:xfrm>
              <a:off x="0" y="-38100"/>
              <a:ext cx="4731803" cy="3420927"/>
            </a:xfrm>
            <a:prstGeom prst="rect">
              <a:avLst/>
            </a:prstGeom>
          </p:spPr>
          <p:txBody>
            <a:bodyPr anchor="ctr" rtlCol="false" tIns="50800" lIns="50800" bIns="50800" rIns="50800"/>
            <a:lstStyle/>
            <a:p>
              <a:pPr algn="ctr" marL="0" indent="0" lvl="0">
                <a:lnSpc>
                  <a:spcPts val="2659"/>
                </a:lnSpc>
              </a:pPr>
            </a:p>
          </p:txBody>
        </p:sp>
      </p:grpSp>
      <p:sp>
        <p:nvSpPr>
          <p:cNvPr name="Freeform 38" id="38"/>
          <p:cNvSpPr/>
          <p:nvPr/>
        </p:nvSpPr>
        <p:spPr>
          <a:xfrm flipH="false" flipV="false" rot="2599173">
            <a:off x="10298209" y="4477172"/>
            <a:ext cx="973532" cy="897475"/>
          </a:xfrm>
          <a:custGeom>
            <a:avLst/>
            <a:gdLst/>
            <a:ahLst/>
            <a:cxnLst/>
            <a:rect r="r" b="b" t="t" l="l"/>
            <a:pathLst>
              <a:path h="897475" w="973532">
                <a:moveTo>
                  <a:pt x="0" y="0"/>
                </a:moveTo>
                <a:lnTo>
                  <a:pt x="973532" y="0"/>
                </a:lnTo>
                <a:lnTo>
                  <a:pt x="973532" y="897475"/>
                </a:lnTo>
                <a:lnTo>
                  <a:pt x="0" y="897475"/>
                </a:lnTo>
                <a:lnTo>
                  <a:pt x="0" y="0"/>
                </a:lnTo>
                <a:close/>
              </a:path>
            </a:pathLst>
          </a:custGeom>
          <a:blipFill>
            <a:blip r:embed="rId6">
              <a:extLst>
                <a:ext uri="{96DAC541-7B7A-43D3-8B79-37D633B846F1}">
                  <asvg:svgBlip xmlns:asvg="http://schemas.microsoft.com/office/drawing/2016/SVG/main" r:embed="rId7"/>
                </a:ext>
              </a:extLst>
            </a:blip>
            <a:stretch>
              <a:fillRect l="-31484" t="-39236" r="-39297" b="-46019"/>
            </a:stretch>
          </a:blipFill>
        </p:spPr>
      </p:sp>
      <p:sp>
        <p:nvSpPr>
          <p:cNvPr name="Freeform 39" id="39"/>
          <p:cNvSpPr/>
          <p:nvPr/>
        </p:nvSpPr>
        <p:spPr>
          <a:xfrm flipH="false" flipV="false" rot="2599173">
            <a:off x="17364964" y="7284684"/>
            <a:ext cx="382567" cy="352679"/>
          </a:xfrm>
          <a:custGeom>
            <a:avLst/>
            <a:gdLst/>
            <a:ahLst/>
            <a:cxnLst/>
            <a:rect r="r" b="b" t="t" l="l"/>
            <a:pathLst>
              <a:path h="352679" w="382567">
                <a:moveTo>
                  <a:pt x="0" y="0"/>
                </a:moveTo>
                <a:lnTo>
                  <a:pt x="382566" y="0"/>
                </a:lnTo>
                <a:lnTo>
                  <a:pt x="382566" y="352678"/>
                </a:lnTo>
                <a:lnTo>
                  <a:pt x="0" y="352678"/>
                </a:lnTo>
                <a:lnTo>
                  <a:pt x="0" y="0"/>
                </a:lnTo>
                <a:close/>
              </a:path>
            </a:pathLst>
          </a:custGeom>
          <a:blipFill>
            <a:blip r:embed="rId6">
              <a:extLst>
                <a:ext uri="{96DAC541-7B7A-43D3-8B79-37D633B846F1}">
                  <asvg:svgBlip xmlns:asvg="http://schemas.microsoft.com/office/drawing/2016/SVG/main" r:embed="rId7"/>
                </a:ext>
              </a:extLst>
            </a:blip>
            <a:stretch>
              <a:fillRect l="-31484" t="-39236" r="-39297" b="-46019"/>
            </a:stretch>
          </a:blipFill>
        </p:spPr>
      </p:sp>
      <p:sp>
        <p:nvSpPr>
          <p:cNvPr name="Freeform 40" id="40"/>
          <p:cNvSpPr/>
          <p:nvPr/>
        </p:nvSpPr>
        <p:spPr>
          <a:xfrm flipH="false" flipV="false" rot="0">
            <a:off x="12071795" y="2667443"/>
            <a:ext cx="4627385" cy="3944846"/>
          </a:xfrm>
          <a:custGeom>
            <a:avLst/>
            <a:gdLst/>
            <a:ahLst/>
            <a:cxnLst/>
            <a:rect r="r" b="b" t="t" l="l"/>
            <a:pathLst>
              <a:path h="3944846" w="4627385">
                <a:moveTo>
                  <a:pt x="0" y="0"/>
                </a:moveTo>
                <a:lnTo>
                  <a:pt x="4627385" y="0"/>
                </a:lnTo>
                <a:lnTo>
                  <a:pt x="4627385" y="3944846"/>
                </a:lnTo>
                <a:lnTo>
                  <a:pt x="0" y="3944846"/>
                </a:lnTo>
                <a:lnTo>
                  <a:pt x="0" y="0"/>
                </a:lnTo>
                <a:close/>
              </a:path>
            </a:pathLst>
          </a:custGeom>
          <a:blipFill>
            <a:blip r:embed="rId8"/>
            <a:stretch>
              <a:fillRect l="0" t="0" r="0" b="0"/>
            </a:stretch>
          </a:blipFill>
        </p:spPr>
      </p:sp>
      <p:sp>
        <p:nvSpPr>
          <p:cNvPr name="TextBox 41" id="41"/>
          <p:cNvSpPr txBox="true"/>
          <p:nvPr/>
        </p:nvSpPr>
        <p:spPr>
          <a:xfrm rot="0">
            <a:off x="2260365" y="3140617"/>
            <a:ext cx="5431024" cy="1577147"/>
          </a:xfrm>
          <a:prstGeom prst="rect">
            <a:avLst/>
          </a:prstGeom>
        </p:spPr>
        <p:txBody>
          <a:bodyPr anchor="t" rtlCol="false" tIns="0" lIns="0" bIns="0" rIns="0">
            <a:spAutoFit/>
          </a:bodyPr>
          <a:lstStyle/>
          <a:p>
            <a:pPr algn="l" marL="0" indent="0" lvl="0">
              <a:lnSpc>
                <a:spcPts val="12879"/>
              </a:lnSpc>
            </a:pPr>
            <a:r>
              <a:rPr lang="en-US" b="true" sz="9199" spc="-643">
                <a:solidFill>
                  <a:srgbClr val="000000"/>
                </a:solidFill>
                <a:latin typeface="Open Sauce Bold"/>
                <a:ea typeface="Open Sauce Bold"/>
                <a:cs typeface="Open Sauce Bold"/>
                <a:sym typeface="Open Sauce Bold"/>
              </a:rPr>
              <a:t>Storage</a:t>
            </a:r>
          </a:p>
        </p:txBody>
      </p:sp>
      <p:sp>
        <p:nvSpPr>
          <p:cNvPr name="TextBox 42" id="42"/>
          <p:cNvSpPr txBox="true"/>
          <p:nvPr/>
        </p:nvSpPr>
        <p:spPr>
          <a:xfrm rot="0">
            <a:off x="2260365" y="4224888"/>
            <a:ext cx="5933052" cy="1956356"/>
          </a:xfrm>
          <a:prstGeom prst="rect">
            <a:avLst/>
          </a:prstGeom>
        </p:spPr>
        <p:txBody>
          <a:bodyPr anchor="t" rtlCol="false" tIns="0" lIns="0" bIns="0" rIns="0">
            <a:spAutoFit/>
          </a:bodyPr>
          <a:lstStyle/>
          <a:p>
            <a:pPr algn="l" marL="0" indent="0" lvl="0">
              <a:lnSpc>
                <a:spcPts val="16026"/>
              </a:lnSpc>
            </a:pPr>
            <a:r>
              <a:rPr lang="en-US" b="true" sz="11447" spc="-801">
                <a:solidFill>
                  <a:srgbClr val="3972F0"/>
                </a:solidFill>
                <a:latin typeface="Open Sauce Bold"/>
                <a:ea typeface="Open Sauce Bold"/>
                <a:cs typeface="Open Sauce Bold"/>
                <a:sym typeface="Open Sauce Bold"/>
              </a:rPr>
              <a:t>Methods</a:t>
            </a:r>
          </a:p>
        </p:txBody>
      </p:sp>
      <p:sp>
        <p:nvSpPr>
          <p:cNvPr name="TextBox 43" id="43"/>
          <p:cNvSpPr txBox="true"/>
          <p:nvPr/>
        </p:nvSpPr>
        <p:spPr>
          <a:xfrm rot="0">
            <a:off x="2578870" y="7095295"/>
            <a:ext cx="2648021" cy="434227"/>
          </a:xfrm>
          <a:prstGeom prst="rect">
            <a:avLst/>
          </a:prstGeom>
        </p:spPr>
        <p:txBody>
          <a:bodyPr anchor="t" rtlCol="false" tIns="0" lIns="0" bIns="0" rIns="0">
            <a:spAutoFit/>
          </a:bodyPr>
          <a:lstStyle/>
          <a:p>
            <a:pPr algn="l" marL="0" indent="0" lvl="0">
              <a:lnSpc>
                <a:spcPts val="3648"/>
              </a:lnSpc>
            </a:pPr>
            <a:r>
              <a:rPr lang="en-US" sz="2606">
                <a:solidFill>
                  <a:srgbClr val="000000"/>
                </a:solidFill>
                <a:latin typeface="Open Sauce"/>
                <a:ea typeface="Open Sauce"/>
                <a:cs typeface="Open Sauce"/>
                <a:sym typeface="Open Sauce"/>
              </a:rPr>
              <a:t>Cookies</a:t>
            </a:r>
          </a:p>
        </p:txBody>
      </p:sp>
      <p:sp>
        <p:nvSpPr>
          <p:cNvPr name="TextBox 44" id="44"/>
          <p:cNvSpPr txBox="true"/>
          <p:nvPr/>
        </p:nvSpPr>
        <p:spPr>
          <a:xfrm rot="0">
            <a:off x="2578870" y="8300212"/>
            <a:ext cx="2648021" cy="434227"/>
          </a:xfrm>
          <a:prstGeom prst="rect">
            <a:avLst/>
          </a:prstGeom>
        </p:spPr>
        <p:txBody>
          <a:bodyPr anchor="t" rtlCol="false" tIns="0" lIns="0" bIns="0" rIns="0">
            <a:spAutoFit/>
          </a:bodyPr>
          <a:lstStyle/>
          <a:p>
            <a:pPr algn="l" marL="0" indent="0" lvl="0">
              <a:lnSpc>
                <a:spcPts val="3648"/>
              </a:lnSpc>
            </a:pPr>
            <a:r>
              <a:rPr lang="en-US" sz="2606">
                <a:solidFill>
                  <a:srgbClr val="000000"/>
                </a:solidFill>
                <a:latin typeface="Open Sauce"/>
                <a:ea typeface="Open Sauce"/>
                <a:cs typeface="Open Sauce"/>
                <a:sym typeface="Open Sauce"/>
              </a:rPr>
              <a:t>Databases</a:t>
            </a:r>
          </a:p>
        </p:txBody>
      </p:sp>
      <p:sp>
        <p:nvSpPr>
          <p:cNvPr name="TextBox 45" id="45"/>
          <p:cNvSpPr txBox="true"/>
          <p:nvPr/>
        </p:nvSpPr>
        <p:spPr>
          <a:xfrm rot="0">
            <a:off x="10122970" y="7095295"/>
            <a:ext cx="2648021" cy="434227"/>
          </a:xfrm>
          <a:prstGeom prst="rect">
            <a:avLst/>
          </a:prstGeom>
        </p:spPr>
        <p:txBody>
          <a:bodyPr anchor="t" rtlCol="false" tIns="0" lIns="0" bIns="0" rIns="0">
            <a:spAutoFit/>
          </a:bodyPr>
          <a:lstStyle/>
          <a:p>
            <a:pPr algn="l" marL="0" indent="0" lvl="0">
              <a:lnSpc>
                <a:spcPts val="3648"/>
              </a:lnSpc>
            </a:pPr>
            <a:r>
              <a:rPr lang="en-US" sz="2606">
                <a:solidFill>
                  <a:srgbClr val="000000"/>
                </a:solidFill>
                <a:latin typeface="Open Sauce"/>
                <a:ea typeface="Open Sauce"/>
                <a:cs typeface="Open Sauce"/>
                <a:sym typeface="Open Sauce"/>
              </a:rPr>
              <a:t>Session Storage</a:t>
            </a:r>
          </a:p>
        </p:txBody>
      </p:sp>
      <p:sp>
        <p:nvSpPr>
          <p:cNvPr name="TextBox 46" id="46"/>
          <p:cNvSpPr txBox="true"/>
          <p:nvPr/>
        </p:nvSpPr>
        <p:spPr>
          <a:xfrm rot="0">
            <a:off x="10122970" y="8300212"/>
            <a:ext cx="2648021" cy="434227"/>
          </a:xfrm>
          <a:prstGeom prst="rect">
            <a:avLst/>
          </a:prstGeom>
        </p:spPr>
        <p:txBody>
          <a:bodyPr anchor="t" rtlCol="false" tIns="0" lIns="0" bIns="0" rIns="0">
            <a:spAutoFit/>
          </a:bodyPr>
          <a:lstStyle/>
          <a:p>
            <a:pPr algn="l" marL="0" indent="0" lvl="0">
              <a:lnSpc>
                <a:spcPts val="3648"/>
              </a:lnSpc>
            </a:pPr>
            <a:r>
              <a:rPr lang="en-US" sz="2606">
                <a:solidFill>
                  <a:srgbClr val="000000"/>
                </a:solidFill>
                <a:latin typeface="Open Sauce"/>
                <a:ea typeface="Open Sauce"/>
                <a:cs typeface="Open Sauce"/>
                <a:sym typeface="Open Sauce"/>
              </a:rPr>
              <a:t>Caching</a:t>
            </a:r>
          </a:p>
        </p:txBody>
      </p:sp>
      <p:sp>
        <p:nvSpPr>
          <p:cNvPr name="TextBox 47" id="47"/>
          <p:cNvSpPr txBox="true"/>
          <p:nvPr/>
        </p:nvSpPr>
        <p:spPr>
          <a:xfrm rot="0">
            <a:off x="6352945" y="7095295"/>
            <a:ext cx="2648021" cy="434227"/>
          </a:xfrm>
          <a:prstGeom prst="rect">
            <a:avLst/>
          </a:prstGeom>
        </p:spPr>
        <p:txBody>
          <a:bodyPr anchor="t" rtlCol="false" tIns="0" lIns="0" bIns="0" rIns="0">
            <a:spAutoFit/>
          </a:bodyPr>
          <a:lstStyle/>
          <a:p>
            <a:pPr algn="l" marL="0" indent="0" lvl="0">
              <a:lnSpc>
                <a:spcPts val="3648"/>
              </a:lnSpc>
            </a:pPr>
            <a:r>
              <a:rPr lang="en-US" sz="2606">
                <a:solidFill>
                  <a:srgbClr val="000000"/>
                </a:solidFill>
                <a:latin typeface="Open Sauce"/>
                <a:ea typeface="Open Sauce"/>
                <a:cs typeface="Open Sauce"/>
                <a:sym typeface="Open Sauce"/>
              </a:rPr>
              <a:t>Local Storage</a:t>
            </a:r>
          </a:p>
        </p:txBody>
      </p:sp>
      <p:sp>
        <p:nvSpPr>
          <p:cNvPr name="TextBox 48" id="48"/>
          <p:cNvSpPr txBox="true"/>
          <p:nvPr/>
        </p:nvSpPr>
        <p:spPr>
          <a:xfrm rot="0">
            <a:off x="6352945" y="8300212"/>
            <a:ext cx="2648021" cy="434227"/>
          </a:xfrm>
          <a:prstGeom prst="rect">
            <a:avLst/>
          </a:prstGeom>
        </p:spPr>
        <p:txBody>
          <a:bodyPr anchor="t" rtlCol="false" tIns="0" lIns="0" bIns="0" rIns="0">
            <a:spAutoFit/>
          </a:bodyPr>
          <a:lstStyle/>
          <a:p>
            <a:pPr algn="l" marL="0" indent="0" lvl="0">
              <a:lnSpc>
                <a:spcPts val="3648"/>
              </a:lnSpc>
            </a:pPr>
            <a:r>
              <a:rPr lang="en-US" sz="2606">
                <a:solidFill>
                  <a:srgbClr val="000000"/>
                </a:solidFill>
                <a:latin typeface="Open Sauce"/>
                <a:ea typeface="Open Sauce"/>
                <a:cs typeface="Open Sauce"/>
                <a:sym typeface="Open Sauce"/>
              </a:rPr>
              <a:t>Cloud Storage</a:t>
            </a:r>
          </a:p>
        </p:txBody>
      </p:sp>
      <p:sp>
        <p:nvSpPr>
          <p:cNvPr name="TextBox 49" id="49"/>
          <p:cNvSpPr txBox="true"/>
          <p:nvPr/>
        </p:nvSpPr>
        <p:spPr>
          <a:xfrm rot="0">
            <a:off x="13897044" y="7095295"/>
            <a:ext cx="2648021" cy="434227"/>
          </a:xfrm>
          <a:prstGeom prst="rect">
            <a:avLst/>
          </a:prstGeom>
        </p:spPr>
        <p:txBody>
          <a:bodyPr anchor="t" rtlCol="false" tIns="0" lIns="0" bIns="0" rIns="0">
            <a:spAutoFit/>
          </a:bodyPr>
          <a:lstStyle/>
          <a:p>
            <a:pPr algn="l" marL="0" indent="0" lvl="0">
              <a:lnSpc>
                <a:spcPts val="3648"/>
              </a:lnSpc>
            </a:pPr>
            <a:r>
              <a:rPr lang="en-US" sz="2606">
                <a:solidFill>
                  <a:srgbClr val="000000"/>
                </a:solidFill>
                <a:latin typeface="Open Sauce"/>
                <a:ea typeface="Open Sauce"/>
                <a:cs typeface="Open Sauce"/>
                <a:sym typeface="Open Sauce"/>
              </a:rPr>
              <a:t>CDNs</a:t>
            </a:r>
          </a:p>
        </p:txBody>
      </p:sp>
      <p:sp>
        <p:nvSpPr>
          <p:cNvPr name="TextBox 50" id="50"/>
          <p:cNvSpPr txBox="true"/>
          <p:nvPr/>
        </p:nvSpPr>
        <p:spPr>
          <a:xfrm rot="0">
            <a:off x="13897044" y="8300212"/>
            <a:ext cx="2648021" cy="434227"/>
          </a:xfrm>
          <a:prstGeom prst="rect">
            <a:avLst/>
          </a:prstGeom>
        </p:spPr>
        <p:txBody>
          <a:bodyPr anchor="t" rtlCol="false" tIns="0" lIns="0" bIns="0" rIns="0">
            <a:spAutoFit/>
          </a:bodyPr>
          <a:lstStyle/>
          <a:p>
            <a:pPr algn="l" marL="0" indent="0" lvl="0">
              <a:lnSpc>
                <a:spcPts val="3648"/>
              </a:lnSpc>
            </a:pPr>
            <a:r>
              <a:rPr lang="en-US" sz="2606">
                <a:solidFill>
                  <a:srgbClr val="000000"/>
                </a:solidFill>
                <a:latin typeface="Open Sauce"/>
                <a:ea typeface="Open Sauce"/>
                <a:cs typeface="Open Sauce"/>
                <a:sym typeface="Open Sauce"/>
              </a:rPr>
              <a:t>Server Files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244132" y="938201"/>
            <a:ext cx="8015168" cy="8015168"/>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3972F0">
                    <a:alpha val="100000"/>
                  </a:srgbClr>
                </a:gs>
                <a:gs pos="100000">
                  <a:srgbClr val="1CDAFF">
                    <a:alpha val="100000"/>
                  </a:srgbClr>
                </a:gs>
              </a:gsLst>
              <a:lin ang="5400000"/>
            </a:gradFill>
          </p:spPr>
        </p:sp>
        <p:sp>
          <p:nvSpPr>
            <p:cNvPr name="TextBox 4" id="4"/>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5" id="5"/>
          <p:cNvGrpSpPr>
            <a:grpSpLocks noChangeAspect="true"/>
          </p:cNvGrpSpPr>
          <p:nvPr/>
        </p:nvGrpSpPr>
        <p:grpSpPr>
          <a:xfrm rot="379905">
            <a:off x="9842765" y="1263178"/>
            <a:ext cx="6617639" cy="13094135"/>
            <a:chOff x="0" y="0"/>
            <a:chExt cx="2620010" cy="5184140"/>
          </a:xfrm>
        </p:grpSpPr>
        <p:sp>
          <p:nvSpPr>
            <p:cNvPr name="Freeform 6" id="6"/>
            <p:cNvSpPr/>
            <p:nvPr/>
          </p:nvSpPr>
          <p:spPr>
            <a:xfrm flipH="false" flipV="false" rot="0">
              <a:off x="53340" y="25400"/>
              <a:ext cx="2513330" cy="5132070"/>
            </a:xfrm>
            <a:custGeom>
              <a:avLst/>
              <a:gdLst/>
              <a:ahLst/>
              <a:cxnLst/>
              <a:rect r="r" b="b" t="t" l="l"/>
              <a:pathLst>
                <a:path h="5132070" w="251333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sp>
        <p:sp>
          <p:nvSpPr>
            <p:cNvPr name="Freeform 7" id="7"/>
            <p:cNvSpPr/>
            <p:nvPr/>
          </p:nvSpPr>
          <p:spPr>
            <a:xfrm flipH="false" flipV="false" rot="0">
              <a:off x="185420" y="156210"/>
              <a:ext cx="2250453" cy="4876800"/>
            </a:xfrm>
            <a:custGeom>
              <a:avLst/>
              <a:gdLst/>
              <a:ahLst/>
              <a:cxnLst/>
              <a:rect r="r" b="b" t="t" l="l"/>
              <a:pathLst>
                <a:path h="4876800" w="2250453">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2"/>
              <a:stretch>
                <a:fillRect l="-11760" t="0" r="-11760" b="0"/>
              </a:stretch>
            </a:blipFill>
          </p:spPr>
        </p:sp>
        <p:sp>
          <p:nvSpPr>
            <p:cNvPr name="Freeform 8" id="8"/>
            <p:cNvSpPr/>
            <p:nvPr/>
          </p:nvSpPr>
          <p:spPr>
            <a:xfrm flipH="false" flipV="false" rot="0">
              <a:off x="1121410" y="198120"/>
              <a:ext cx="347980" cy="43180"/>
            </a:xfrm>
            <a:custGeom>
              <a:avLst/>
              <a:gdLst/>
              <a:ahLst/>
              <a:cxnLst/>
              <a:rect r="r" b="b" t="t" l="l"/>
              <a:pathLst>
                <a:path h="43180" w="3479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sp>
        <p:sp>
          <p:nvSpPr>
            <p:cNvPr name="Freeform 9" id="9"/>
            <p:cNvSpPr/>
            <p:nvPr/>
          </p:nvSpPr>
          <p:spPr>
            <a:xfrm flipH="false" flipV="false" rot="0">
              <a:off x="1579738" y="187960"/>
              <a:ext cx="63785" cy="63501"/>
            </a:xfrm>
            <a:custGeom>
              <a:avLst/>
              <a:gdLst/>
              <a:ahLst/>
              <a:cxnLst/>
              <a:rect r="r" b="b" t="t" l="l"/>
              <a:pathLst>
                <a:path h="63501" w="63785">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sp>
        <p:sp>
          <p:nvSpPr>
            <p:cNvPr name="Freeform 10" id="10"/>
            <p:cNvSpPr/>
            <p:nvPr/>
          </p:nvSpPr>
          <p:spPr>
            <a:xfrm flipH="false" flipV="false" rot="0">
              <a:off x="0" y="685800"/>
              <a:ext cx="27940" cy="213360"/>
            </a:xfrm>
            <a:custGeom>
              <a:avLst/>
              <a:gdLst/>
              <a:ahLst/>
              <a:cxnLst/>
              <a:rect r="r" b="b" t="t" l="l"/>
              <a:pathLst>
                <a:path h="213360" w="2794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sp>
        <p:sp>
          <p:nvSpPr>
            <p:cNvPr name="Freeform 11" id="11"/>
            <p:cNvSpPr/>
            <p:nvPr/>
          </p:nvSpPr>
          <p:spPr>
            <a:xfrm flipH="false" flipV="false" rot="0">
              <a:off x="0" y="1057910"/>
              <a:ext cx="27940" cy="384810"/>
            </a:xfrm>
            <a:custGeom>
              <a:avLst/>
              <a:gdLst/>
              <a:ahLst/>
              <a:cxnLst/>
              <a:rect r="r" b="b" t="t" l="l"/>
              <a:pathLst>
                <a:path h="384810" w="2794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sp>
        <p:sp>
          <p:nvSpPr>
            <p:cNvPr name="Freeform 12" id="12"/>
            <p:cNvSpPr/>
            <p:nvPr/>
          </p:nvSpPr>
          <p:spPr>
            <a:xfrm flipH="false" flipV="false" rot="0">
              <a:off x="0" y="1526540"/>
              <a:ext cx="27940" cy="386080"/>
            </a:xfrm>
            <a:custGeom>
              <a:avLst/>
              <a:gdLst/>
              <a:ahLst/>
              <a:cxnLst/>
              <a:rect r="r" b="b" t="t" l="l"/>
              <a:pathLst>
                <a:path h="386080" w="2794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sp>
        <p:sp>
          <p:nvSpPr>
            <p:cNvPr name="Freeform 13" id="13"/>
            <p:cNvSpPr/>
            <p:nvPr/>
          </p:nvSpPr>
          <p:spPr>
            <a:xfrm flipH="false" flipV="false" rot="0">
              <a:off x="2592070" y="1184910"/>
              <a:ext cx="27940" cy="618490"/>
            </a:xfrm>
            <a:custGeom>
              <a:avLst/>
              <a:gdLst/>
              <a:ahLst/>
              <a:cxnLst/>
              <a:rect r="r" b="b" t="t" l="l"/>
              <a:pathLst>
                <a:path h="618490" w="2794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sp>
        <p:sp>
          <p:nvSpPr>
            <p:cNvPr name="Freeform 14" id="14"/>
            <p:cNvSpPr/>
            <p:nvPr/>
          </p:nvSpPr>
          <p:spPr>
            <a:xfrm flipH="false" flipV="false" rot="0">
              <a:off x="27940" y="0"/>
              <a:ext cx="2564130" cy="5182870"/>
            </a:xfrm>
            <a:custGeom>
              <a:avLst/>
              <a:gdLst/>
              <a:ahLst/>
              <a:cxnLst/>
              <a:rect r="r" b="b" t="t" l="l"/>
              <a:pathLst>
                <a:path h="5182870" w="256413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sp>
      </p:grpSp>
      <p:sp>
        <p:nvSpPr>
          <p:cNvPr name="TextBox 15" id="15"/>
          <p:cNvSpPr txBox="true"/>
          <p:nvPr/>
        </p:nvSpPr>
        <p:spPr>
          <a:xfrm rot="0">
            <a:off x="1597986" y="1944570"/>
            <a:ext cx="4964854" cy="1242996"/>
          </a:xfrm>
          <a:prstGeom prst="rect">
            <a:avLst/>
          </a:prstGeom>
        </p:spPr>
        <p:txBody>
          <a:bodyPr anchor="t" rtlCol="false" tIns="0" lIns="0" bIns="0" rIns="0">
            <a:spAutoFit/>
          </a:bodyPr>
          <a:lstStyle/>
          <a:p>
            <a:pPr algn="l" marL="0" indent="0" lvl="0">
              <a:lnSpc>
                <a:spcPts val="10238"/>
              </a:lnSpc>
            </a:pPr>
            <a:r>
              <a:rPr lang="en-US" b="true" sz="7313" spc="-511">
                <a:solidFill>
                  <a:srgbClr val="000000"/>
                </a:solidFill>
                <a:latin typeface="Open Sauce Bold"/>
                <a:ea typeface="Open Sauce Bold"/>
                <a:cs typeface="Open Sauce Bold"/>
                <a:sym typeface="Open Sauce Bold"/>
              </a:rPr>
              <a:t>Client-Side</a:t>
            </a:r>
          </a:p>
        </p:txBody>
      </p:sp>
      <p:sp>
        <p:nvSpPr>
          <p:cNvPr name="TextBox 16" id="16"/>
          <p:cNvSpPr txBox="true"/>
          <p:nvPr/>
        </p:nvSpPr>
        <p:spPr>
          <a:xfrm rot="0">
            <a:off x="1597986" y="2788054"/>
            <a:ext cx="4099425" cy="1242953"/>
          </a:xfrm>
          <a:prstGeom prst="rect">
            <a:avLst/>
          </a:prstGeom>
        </p:spPr>
        <p:txBody>
          <a:bodyPr anchor="t" rtlCol="false" tIns="0" lIns="0" bIns="0" rIns="0">
            <a:spAutoFit/>
          </a:bodyPr>
          <a:lstStyle/>
          <a:p>
            <a:pPr algn="l" marL="0" indent="0" lvl="0">
              <a:lnSpc>
                <a:spcPts val="10240"/>
              </a:lnSpc>
            </a:pPr>
            <a:r>
              <a:rPr lang="en-US" b="true" sz="7314" spc="-512">
                <a:solidFill>
                  <a:srgbClr val="3972F0"/>
                </a:solidFill>
                <a:latin typeface="Open Sauce Bold"/>
                <a:ea typeface="Open Sauce Bold"/>
                <a:cs typeface="Open Sauce Bold"/>
                <a:sym typeface="Open Sauce Bold"/>
              </a:rPr>
              <a:t>Storage</a:t>
            </a:r>
          </a:p>
        </p:txBody>
      </p:sp>
      <p:sp>
        <p:nvSpPr>
          <p:cNvPr name="TextBox 17" id="17"/>
          <p:cNvSpPr txBox="true"/>
          <p:nvPr/>
        </p:nvSpPr>
        <p:spPr>
          <a:xfrm rot="0">
            <a:off x="1597986" y="4806288"/>
            <a:ext cx="6121442" cy="717607"/>
          </a:xfrm>
          <a:prstGeom prst="rect">
            <a:avLst/>
          </a:prstGeom>
        </p:spPr>
        <p:txBody>
          <a:bodyPr anchor="t" rtlCol="false" tIns="0" lIns="0" bIns="0" rIns="0">
            <a:spAutoFit/>
          </a:bodyPr>
          <a:lstStyle/>
          <a:p>
            <a:pPr algn="l" marL="0" indent="0" lvl="0">
              <a:lnSpc>
                <a:spcPts val="1962"/>
              </a:lnSpc>
            </a:pPr>
            <a:r>
              <a:rPr lang="en-US" sz="1401">
                <a:solidFill>
                  <a:srgbClr val="000000"/>
                </a:solidFill>
                <a:latin typeface="Open Sauce"/>
                <a:ea typeface="Open Sauce"/>
                <a:cs typeface="Open Sauce"/>
                <a:sym typeface="Open Sauce"/>
              </a:rPr>
              <a:t>Small text files stored in your browser that track user sessions, preferences, and behavior. Websites use cookies to remember login states and personalize your experience across visits.</a:t>
            </a:r>
          </a:p>
        </p:txBody>
      </p:sp>
      <p:sp>
        <p:nvSpPr>
          <p:cNvPr name="TextBox 18" id="18"/>
          <p:cNvSpPr txBox="true"/>
          <p:nvPr/>
        </p:nvSpPr>
        <p:spPr>
          <a:xfrm rot="0">
            <a:off x="1597986" y="4336473"/>
            <a:ext cx="1795677" cy="279328"/>
          </a:xfrm>
          <a:prstGeom prst="rect">
            <a:avLst/>
          </a:prstGeom>
        </p:spPr>
        <p:txBody>
          <a:bodyPr anchor="t" rtlCol="false" tIns="0" lIns="0" bIns="0" rIns="0">
            <a:spAutoFit/>
          </a:bodyPr>
          <a:lstStyle/>
          <a:p>
            <a:pPr algn="l" marL="0" indent="0" lvl="0">
              <a:lnSpc>
                <a:spcPts val="2398"/>
              </a:lnSpc>
            </a:pPr>
            <a:r>
              <a:rPr lang="en-US" b="true" sz="1713">
                <a:solidFill>
                  <a:srgbClr val="000000"/>
                </a:solidFill>
                <a:latin typeface="Open Sauce Bold"/>
                <a:ea typeface="Open Sauce Bold"/>
                <a:cs typeface="Open Sauce Bold"/>
                <a:sym typeface="Open Sauce Bold"/>
              </a:rPr>
              <a:t>Cookies</a:t>
            </a:r>
          </a:p>
        </p:txBody>
      </p:sp>
      <p:sp>
        <p:nvSpPr>
          <p:cNvPr name="TextBox 19" id="19"/>
          <p:cNvSpPr txBox="true"/>
          <p:nvPr/>
        </p:nvSpPr>
        <p:spPr>
          <a:xfrm rot="0">
            <a:off x="1597986" y="6375781"/>
            <a:ext cx="6121442" cy="717607"/>
          </a:xfrm>
          <a:prstGeom prst="rect">
            <a:avLst/>
          </a:prstGeom>
        </p:spPr>
        <p:txBody>
          <a:bodyPr anchor="t" rtlCol="false" tIns="0" lIns="0" bIns="0" rIns="0">
            <a:spAutoFit/>
          </a:bodyPr>
          <a:lstStyle/>
          <a:p>
            <a:pPr algn="l" marL="0" indent="0" lvl="0">
              <a:lnSpc>
                <a:spcPts val="1962"/>
              </a:lnSpc>
            </a:pPr>
            <a:r>
              <a:rPr lang="en-US" sz="1401">
                <a:solidFill>
                  <a:srgbClr val="000000"/>
                </a:solidFill>
                <a:latin typeface="Open Sauce"/>
                <a:ea typeface="Open Sauce"/>
                <a:cs typeface="Open Sauce"/>
                <a:sym typeface="Open Sauce"/>
              </a:rPr>
              <a:t>A web storage mechanism that saves data persistently in the browser with no expiration date. Perfect for storing user preferences, cached data, and settings that need to survive browser restarts.</a:t>
            </a:r>
          </a:p>
        </p:txBody>
      </p:sp>
      <p:sp>
        <p:nvSpPr>
          <p:cNvPr name="TextBox 20" id="20"/>
          <p:cNvSpPr txBox="true"/>
          <p:nvPr/>
        </p:nvSpPr>
        <p:spPr>
          <a:xfrm rot="0">
            <a:off x="1597986" y="5905966"/>
            <a:ext cx="1795677" cy="279328"/>
          </a:xfrm>
          <a:prstGeom prst="rect">
            <a:avLst/>
          </a:prstGeom>
        </p:spPr>
        <p:txBody>
          <a:bodyPr anchor="t" rtlCol="false" tIns="0" lIns="0" bIns="0" rIns="0">
            <a:spAutoFit/>
          </a:bodyPr>
          <a:lstStyle/>
          <a:p>
            <a:pPr algn="l" marL="0" indent="0" lvl="0">
              <a:lnSpc>
                <a:spcPts val="2398"/>
              </a:lnSpc>
            </a:pPr>
            <a:r>
              <a:rPr lang="en-US" b="true" sz="1713">
                <a:solidFill>
                  <a:srgbClr val="000000"/>
                </a:solidFill>
                <a:latin typeface="Open Sauce Bold"/>
                <a:ea typeface="Open Sauce Bold"/>
                <a:cs typeface="Open Sauce Bold"/>
                <a:sym typeface="Open Sauce Bold"/>
              </a:rPr>
              <a:t>Local Storage</a:t>
            </a:r>
          </a:p>
        </p:txBody>
      </p:sp>
      <p:sp>
        <p:nvSpPr>
          <p:cNvPr name="TextBox 21" id="21"/>
          <p:cNvSpPr txBox="true"/>
          <p:nvPr/>
        </p:nvSpPr>
        <p:spPr>
          <a:xfrm rot="0">
            <a:off x="1597986" y="7944301"/>
            <a:ext cx="6121442" cy="717607"/>
          </a:xfrm>
          <a:prstGeom prst="rect">
            <a:avLst/>
          </a:prstGeom>
        </p:spPr>
        <p:txBody>
          <a:bodyPr anchor="t" rtlCol="false" tIns="0" lIns="0" bIns="0" rIns="0">
            <a:spAutoFit/>
          </a:bodyPr>
          <a:lstStyle/>
          <a:p>
            <a:pPr algn="l" marL="0" indent="0" lvl="0">
              <a:lnSpc>
                <a:spcPts val="1962"/>
              </a:lnSpc>
            </a:pPr>
            <a:r>
              <a:rPr lang="en-US" sz="1401">
                <a:solidFill>
                  <a:srgbClr val="000000"/>
                </a:solidFill>
                <a:latin typeface="Open Sauce"/>
                <a:ea typeface="Open Sauce"/>
                <a:cs typeface="Open Sauce"/>
                <a:sym typeface="Open Sauce"/>
              </a:rPr>
              <a:t>Temporary browser storage that holds data only for the duration of a page session. Data is automatically cleared when the browser tab closes, ideal for sensitive temporary information.</a:t>
            </a:r>
          </a:p>
        </p:txBody>
      </p:sp>
      <p:sp>
        <p:nvSpPr>
          <p:cNvPr name="TextBox 22" id="22"/>
          <p:cNvSpPr txBox="true"/>
          <p:nvPr/>
        </p:nvSpPr>
        <p:spPr>
          <a:xfrm rot="0">
            <a:off x="1597986" y="7474486"/>
            <a:ext cx="1795677" cy="279328"/>
          </a:xfrm>
          <a:prstGeom prst="rect">
            <a:avLst/>
          </a:prstGeom>
        </p:spPr>
        <p:txBody>
          <a:bodyPr anchor="t" rtlCol="false" tIns="0" lIns="0" bIns="0" rIns="0">
            <a:spAutoFit/>
          </a:bodyPr>
          <a:lstStyle/>
          <a:p>
            <a:pPr algn="l" marL="0" indent="0" lvl="0">
              <a:lnSpc>
                <a:spcPts val="2398"/>
              </a:lnSpc>
            </a:pPr>
            <a:r>
              <a:rPr lang="en-US" b="true" sz="1713">
                <a:solidFill>
                  <a:srgbClr val="000000"/>
                </a:solidFill>
                <a:latin typeface="Open Sauce Bold"/>
                <a:ea typeface="Open Sauce Bold"/>
                <a:cs typeface="Open Sauce Bold"/>
                <a:sym typeface="Open Sauce Bold"/>
              </a:rPr>
              <a:t>Session Storage</a:t>
            </a:r>
          </a:p>
        </p:txBody>
      </p:sp>
      <p:grpSp>
        <p:nvGrpSpPr>
          <p:cNvPr name="Group 23" id="23"/>
          <p:cNvGrpSpPr/>
          <p:nvPr/>
        </p:nvGrpSpPr>
        <p:grpSpPr>
          <a:xfrm rot="0">
            <a:off x="-17259300" y="-1690561"/>
            <a:ext cx="17966065" cy="12844173"/>
            <a:chOff x="0" y="0"/>
            <a:chExt cx="4731803" cy="3382827"/>
          </a:xfrm>
        </p:grpSpPr>
        <p:sp>
          <p:nvSpPr>
            <p:cNvPr name="Freeform 24" id="24"/>
            <p:cNvSpPr/>
            <p:nvPr/>
          </p:nvSpPr>
          <p:spPr>
            <a:xfrm flipH="false" flipV="false" rot="0">
              <a:off x="0" y="0"/>
              <a:ext cx="4731803" cy="3382827"/>
            </a:xfrm>
            <a:custGeom>
              <a:avLst/>
              <a:gdLst/>
              <a:ahLst/>
              <a:cxnLst/>
              <a:rect r="r" b="b" t="t" l="l"/>
              <a:pathLst>
                <a:path h="3382827" w="4731803">
                  <a:moveTo>
                    <a:pt x="21977" y="0"/>
                  </a:moveTo>
                  <a:lnTo>
                    <a:pt x="4709826" y="0"/>
                  </a:lnTo>
                  <a:cubicBezTo>
                    <a:pt x="4715655" y="0"/>
                    <a:pt x="4721245" y="2315"/>
                    <a:pt x="4725366" y="6437"/>
                  </a:cubicBezTo>
                  <a:cubicBezTo>
                    <a:pt x="4729488" y="10558"/>
                    <a:pt x="4731803" y="16148"/>
                    <a:pt x="4731803" y="21977"/>
                  </a:cubicBezTo>
                  <a:lnTo>
                    <a:pt x="4731803" y="3360850"/>
                  </a:lnTo>
                  <a:cubicBezTo>
                    <a:pt x="4731803" y="3366679"/>
                    <a:pt x="4729488" y="3372269"/>
                    <a:pt x="4725366" y="3376390"/>
                  </a:cubicBezTo>
                  <a:cubicBezTo>
                    <a:pt x="4721245" y="3380512"/>
                    <a:pt x="4715655" y="3382827"/>
                    <a:pt x="4709826" y="3382827"/>
                  </a:cubicBezTo>
                  <a:lnTo>
                    <a:pt x="21977" y="3382827"/>
                  </a:lnTo>
                  <a:cubicBezTo>
                    <a:pt x="16148" y="3382827"/>
                    <a:pt x="10558" y="3380512"/>
                    <a:pt x="6437" y="3376390"/>
                  </a:cubicBezTo>
                  <a:cubicBezTo>
                    <a:pt x="2315" y="3372269"/>
                    <a:pt x="0" y="3366679"/>
                    <a:pt x="0" y="3360850"/>
                  </a:cubicBezTo>
                  <a:lnTo>
                    <a:pt x="0" y="21977"/>
                  </a:lnTo>
                  <a:cubicBezTo>
                    <a:pt x="0" y="16148"/>
                    <a:pt x="2315" y="10558"/>
                    <a:pt x="6437" y="6437"/>
                  </a:cubicBezTo>
                  <a:cubicBezTo>
                    <a:pt x="10558" y="2315"/>
                    <a:pt x="16148" y="0"/>
                    <a:pt x="21977" y="0"/>
                  </a:cubicBezTo>
                  <a:close/>
                </a:path>
              </a:pathLst>
            </a:custGeom>
            <a:solidFill>
              <a:srgbClr val="3972F0"/>
            </a:solidFill>
          </p:spPr>
        </p:sp>
        <p:sp>
          <p:nvSpPr>
            <p:cNvPr name="TextBox 25" id="25"/>
            <p:cNvSpPr txBox="true"/>
            <p:nvPr/>
          </p:nvSpPr>
          <p:spPr>
            <a:xfrm>
              <a:off x="0" y="-38100"/>
              <a:ext cx="4731803" cy="3420927"/>
            </a:xfrm>
            <a:prstGeom prst="rect">
              <a:avLst/>
            </a:prstGeom>
          </p:spPr>
          <p:txBody>
            <a:bodyPr anchor="ctr" rtlCol="false" tIns="50800" lIns="50800" bIns="50800" rIns="50800"/>
            <a:lstStyle/>
            <a:p>
              <a:pPr algn="ctr" marL="0" indent="0" lvl="0">
                <a:lnSpc>
                  <a:spcPts val="2659"/>
                </a:lnSpc>
              </a:pPr>
            </a:p>
          </p:txBody>
        </p:sp>
      </p:grpSp>
      <p:grpSp>
        <p:nvGrpSpPr>
          <p:cNvPr name="Group 26" id="26"/>
          <p:cNvGrpSpPr/>
          <p:nvPr/>
        </p:nvGrpSpPr>
        <p:grpSpPr>
          <a:xfrm rot="0">
            <a:off x="8666288" y="9217983"/>
            <a:ext cx="2138034" cy="2138034"/>
            <a:chOff x="0" y="0"/>
            <a:chExt cx="812800" cy="812800"/>
          </a:xfrm>
        </p:grpSpPr>
        <p:sp>
          <p:nvSpPr>
            <p:cNvPr name="Freeform 27" id="2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28650" cap="sq">
              <a:gradFill>
                <a:gsLst>
                  <a:gs pos="0">
                    <a:srgbClr val="3972F0">
                      <a:alpha val="100000"/>
                    </a:srgbClr>
                  </a:gs>
                  <a:gs pos="100000">
                    <a:srgbClr val="1CDAFF">
                      <a:alpha val="100000"/>
                    </a:srgbClr>
                  </a:gs>
                </a:gsLst>
                <a:lin ang="5400000"/>
              </a:gradFill>
              <a:prstDash val="solid"/>
              <a:miter/>
            </a:ln>
          </p:spPr>
        </p:sp>
        <p:sp>
          <p:nvSpPr>
            <p:cNvPr name="TextBox 28" id="28"/>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29" id="29"/>
          <p:cNvSpPr/>
          <p:nvPr/>
        </p:nvSpPr>
        <p:spPr>
          <a:xfrm flipH="false" flipV="false" rot="0">
            <a:off x="15492434" y="7876025"/>
            <a:ext cx="1766866" cy="969568"/>
          </a:xfrm>
          <a:custGeom>
            <a:avLst/>
            <a:gdLst/>
            <a:ahLst/>
            <a:cxnLst/>
            <a:rect r="r" b="b" t="t" l="l"/>
            <a:pathLst>
              <a:path h="969568" w="1766866">
                <a:moveTo>
                  <a:pt x="0" y="0"/>
                </a:moveTo>
                <a:lnTo>
                  <a:pt x="1766866" y="0"/>
                </a:lnTo>
                <a:lnTo>
                  <a:pt x="1766866" y="969568"/>
                </a:lnTo>
                <a:lnTo>
                  <a:pt x="0" y="9695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30" id="30"/>
          <p:cNvSpPr/>
          <p:nvPr/>
        </p:nvSpPr>
        <p:spPr>
          <a:xfrm flipH="false" flipV="false" rot="0">
            <a:off x="7477266" y="1497656"/>
            <a:ext cx="1766866" cy="969568"/>
          </a:xfrm>
          <a:custGeom>
            <a:avLst/>
            <a:gdLst/>
            <a:ahLst/>
            <a:cxnLst/>
            <a:rect r="r" b="b" t="t" l="l"/>
            <a:pathLst>
              <a:path h="969568" w="1766866">
                <a:moveTo>
                  <a:pt x="0" y="0"/>
                </a:moveTo>
                <a:lnTo>
                  <a:pt x="1766866" y="0"/>
                </a:lnTo>
                <a:lnTo>
                  <a:pt x="1766866" y="969568"/>
                </a:lnTo>
                <a:lnTo>
                  <a:pt x="0" y="9695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31" id="31"/>
          <p:cNvSpPr/>
          <p:nvPr/>
        </p:nvSpPr>
        <p:spPr>
          <a:xfrm flipH="false" flipV="false" rot="2599173">
            <a:off x="16941766" y="6930382"/>
            <a:ext cx="635068" cy="585453"/>
          </a:xfrm>
          <a:custGeom>
            <a:avLst/>
            <a:gdLst/>
            <a:ahLst/>
            <a:cxnLst/>
            <a:rect r="r" b="b" t="t" l="l"/>
            <a:pathLst>
              <a:path h="585453" w="635068">
                <a:moveTo>
                  <a:pt x="0" y="0"/>
                </a:moveTo>
                <a:lnTo>
                  <a:pt x="635068" y="0"/>
                </a:lnTo>
                <a:lnTo>
                  <a:pt x="635068" y="585453"/>
                </a:lnTo>
                <a:lnTo>
                  <a:pt x="0" y="585453"/>
                </a:lnTo>
                <a:lnTo>
                  <a:pt x="0" y="0"/>
                </a:lnTo>
                <a:close/>
              </a:path>
            </a:pathLst>
          </a:custGeom>
          <a:blipFill>
            <a:blip r:embed="rId5">
              <a:extLst>
                <a:ext uri="{96DAC541-7B7A-43D3-8B79-37D633B846F1}">
                  <asvg:svgBlip xmlns:asvg="http://schemas.microsoft.com/office/drawing/2016/SVG/main" r:embed="rId6"/>
                </a:ext>
              </a:extLst>
            </a:blip>
            <a:stretch>
              <a:fillRect l="-31484" t="-39236" r="-39297" b="-46019"/>
            </a:stretch>
          </a:blipFill>
        </p:spPr>
      </p:sp>
      <p:sp>
        <p:nvSpPr>
          <p:cNvPr name="Freeform 32" id="32"/>
          <p:cNvSpPr/>
          <p:nvPr/>
        </p:nvSpPr>
        <p:spPr>
          <a:xfrm flipH="false" flipV="false" rot="2599173">
            <a:off x="8656053" y="2185706"/>
            <a:ext cx="969701" cy="893943"/>
          </a:xfrm>
          <a:custGeom>
            <a:avLst/>
            <a:gdLst/>
            <a:ahLst/>
            <a:cxnLst/>
            <a:rect r="r" b="b" t="t" l="l"/>
            <a:pathLst>
              <a:path h="893943" w="969701">
                <a:moveTo>
                  <a:pt x="0" y="0"/>
                </a:moveTo>
                <a:lnTo>
                  <a:pt x="969701" y="0"/>
                </a:lnTo>
                <a:lnTo>
                  <a:pt x="969701" y="893943"/>
                </a:lnTo>
                <a:lnTo>
                  <a:pt x="0" y="893943"/>
                </a:lnTo>
                <a:lnTo>
                  <a:pt x="0" y="0"/>
                </a:lnTo>
                <a:close/>
              </a:path>
            </a:pathLst>
          </a:custGeom>
          <a:blipFill>
            <a:blip r:embed="rId5">
              <a:extLst>
                <a:ext uri="{96DAC541-7B7A-43D3-8B79-37D633B846F1}">
                  <asvg:svgBlip xmlns:asvg="http://schemas.microsoft.com/office/drawing/2016/SVG/main" r:embed="rId6"/>
                </a:ext>
              </a:extLst>
            </a:blip>
            <a:stretch>
              <a:fillRect l="-31484" t="-39236" r="-39297" b="-46019"/>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648350" y="721476"/>
            <a:ext cx="2138034" cy="2138034"/>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28650" cap="sq">
              <a:gradFill>
                <a:gsLst>
                  <a:gs pos="0">
                    <a:srgbClr val="3972F0">
                      <a:alpha val="100000"/>
                    </a:srgbClr>
                  </a:gs>
                  <a:gs pos="100000">
                    <a:srgbClr val="1CDAFF">
                      <a:alpha val="100000"/>
                    </a:srgbClr>
                  </a:gs>
                </a:gsLst>
                <a:lin ang="5400000"/>
              </a:gradFill>
              <a:prstDash val="solid"/>
              <a:miter/>
            </a:ln>
          </p:spPr>
        </p:sp>
        <p:sp>
          <p:nvSpPr>
            <p:cNvPr name="TextBox 4" id="4"/>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5" id="5"/>
          <p:cNvGrpSpPr/>
          <p:nvPr/>
        </p:nvGrpSpPr>
        <p:grpSpPr>
          <a:xfrm rot="0">
            <a:off x="10717367" y="-1278586"/>
            <a:ext cx="10281391" cy="12844173"/>
            <a:chOff x="0" y="0"/>
            <a:chExt cx="2707856" cy="3382827"/>
          </a:xfrm>
        </p:grpSpPr>
        <p:sp>
          <p:nvSpPr>
            <p:cNvPr name="Freeform 6" id="6"/>
            <p:cNvSpPr/>
            <p:nvPr/>
          </p:nvSpPr>
          <p:spPr>
            <a:xfrm flipH="false" flipV="false" rot="0">
              <a:off x="0" y="0"/>
              <a:ext cx="2707856" cy="3382827"/>
            </a:xfrm>
            <a:custGeom>
              <a:avLst/>
              <a:gdLst/>
              <a:ahLst/>
              <a:cxnLst/>
              <a:rect r="r" b="b" t="t" l="l"/>
              <a:pathLst>
                <a:path h="3382827" w="2707856">
                  <a:moveTo>
                    <a:pt x="38403" y="0"/>
                  </a:moveTo>
                  <a:lnTo>
                    <a:pt x="2669453" y="0"/>
                  </a:lnTo>
                  <a:cubicBezTo>
                    <a:pt x="2679638" y="0"/>
                    <a:pt x="2689406" y="4046"/>
                    <a:pt x="2696608" y="11248"/>
                  </a:cubicBezTo>
                  <a:cubicBezTo>
                    <a:pt x="2703810" y="18450"/>
                    <a:pt x="2707856" y="28218"/>
                    <a:pt x="2707856" y="38403"/>
                  </a:cubicBezTo>
                  <a:lnTo>
                    <a:pt x="2707856" y="3344424"/>
                  </a:lnTo>
                  <a:cubicBezTo>
                    <a:pt x="2707856" y="3354609"/>
                    <a:pt x="2703810" y="3364377"/>
                    <a:pt x="2696608" y="3371579"/>
                  </a:cubicBezTo>
                  <a:cubicBezTo>
                    <a:pt x="2689406" y="3378781"/>
                    <a:pt x="2679638" y="3382827"/>
                    <a:pt x="2669453" y="3382827"/>
                  </a:cubicBezTo>
                  <a:lnTo>
                    <a:pt x="38403" y="3382827"/>
                  </a:lnTo>
                  <a:cubicBezTo>
                    <a:pt x="28218" y="3382827"/>
                    <a:pt x="18450" y="3378781"/>
                    <a:pt x="11248" y="3371579"/>
                  </a:cubicBezTo>
                  <a:cubicBezTo>
                    <a:pt x="4046" y="3364377"/>
                    <a:pt x="0" y="3354609"/>
                    <a:pt x="0" y="3344424"/>
                  </a:cubicBezTo>
                  <a:lnTo>
                    <a:pt x="0" y="38403"/>
                  </a:lnTo>
                  <a:cubicBezTo>
                    <a:pt x="0" y="28218"/>
                    <a:pt x="4046" y="18450"/>
                    <a:pt x="11248" y="11248"/>
                  </a:cubicBezTo>
                  <a:cubicBezTo>
                    <a:pt x="18450" y="4046"/>
                    <a:pt x="28218" y="0"/>
                    <a:pt x="38403" y="0"/>
                  </a:cubicBezTo>
                  <a:close/>
                </a:path>
              </a:pathLst>
            </a:custGeom>
            <a:gradFill rotWithShape="true">
              <a:gsLst>
                <a:gs pos="0">
                  <a:srgbClr val="3972F0">
                    <a:alpha val="100000"/>
                  </a:srgbClr>
                </a:gs>
                <a:gs pos="100000">
                  <a:srgbClr val="1CDAFF">
                    <a:alpha val="100000"/>
                  </a:srgbClr>
                </a:gs>
              </a:gsLst>
              <a:lin ang="5400000"/>
            </a:gradFill>
          </p:spPr>
        </p:sp>
        <p:sp>
          <p:nvSpPr>
            <p:cNvPr name="TextBox 7" id="7"/>
            <p:cNvSpPr txBox="true"/>
            <p:nvPr/>
          </p:nvSpPr>
          <p:spPr>
            <a:xfrm>
              <a:off x="0" y="-38100"/>
              <a:ext cx="2707856" cy="3420927"/>
            </a:xfrm>
            <a:prstGeom prst="rect">
              <a:avLst/>
            </a:prstGeom>
          </p:spPr>
          <p:txBody>
            <a:bodyPr anchor="ctr" rtlCol="false" tIns="50800" lIns="50800" bIns="50800" rIns="50800"/>
            <a:lstStyle/>
            <a:p>
              <a:pPr algn="ctr" marL="0" indent="0" lvl="0">
                <a:lnSpc>
                  <a:spcPts val="2659"/>
                </a:lnSpc>
              </a:pPr>
            </a:p>
          </p:txBody>
        </p:sp>
      </p:grpSp>
      <p:sp>
        <p:nvSpPr>
          <p:cNvPr name="TextBox 8" id="8"/>
          <p:cNvSpPr txBox="true"/>
          <p:nvPr/>
        </p:nvSpPr>
        <p:spPr>
          <a:xfrm rot="0">
            <a:off x="1597986" y="1954095"/>
            <a:ext cx="5884621" cy="1070215"/>
          </a:xfrm>
          <a:prstGeom prst="rect">
            <a:avLst/>
          </a:prstGeom>
        </p:spPr>
        <p:txBody>
          <a:bodyPr anchor="t" rtlCol="false" tIns="0" lIns="0" bIns="0" rIns="0">
            <a:spAutoFit/>
          </a:bodyPr>
          <a:lstStyle/>
          <a:p>
            <a:pPr algn="l" marL="0" indent="0" lvl="0">
              <a:lnSpc>
                <a:spcPts val="8736"/>
              </a:lnSpc>
            </a:pPr>
            <a:r>
              <a:rPr lang="en-US" b="true" sz="6240" spc="-436">
                <a:solidFill>
                  <a:srgbClr val="000000"/>
                </a:solidFill>
                <a:latin typeface="Open Sauce Bold"/>
                <a:ea typeface="Open Sauce Bold"/>
                <a:cs typeface="Open Sauce Bold"/>
                <a:sym typeface="Open Sauce Bold"/>
              </a:rPr>
              <a:t>Database Trends</a:t>
            </a:r>
          </a:p>
        </p:txBody>
      </p:sp>
      <p:grpSp>
        <p:nvGrpSpPr>
          <p:cNvPr name="Group 9" id="9"/>
          <p:cNvGrpSpPr/>
          <p:nvPr/>
        </p:nvGrpSpPr>
        <p:grpSpPr>
          <a:xfrm rot="0">
            <a:off x="1597986" y="3534722"/>
            <a:ext cx="8125260" cy="2556473"/>
            <a:chOff x="0" y="0"/>
            <a:chExt cx="2139986" cy="673310"/>
          </a:xfrm>
        </p:grpSpPr>
        <p:sp>
          <p:nvSpPr>
            <p:cNvPr name="Freeform 10" id="10"/>
            <p:cNvSpPr/>
            <p:nvPr/>
          </p:nvSpPr>
          <p:spPr>
            <a:xfrm flipH="false" flipV="false" rot="0">
              <a:off x="0" y="0"/>
              <a:ext cx="2139986" cy="673310"/>
            </a:xfrm>
            <a:custGeom>
              <a:avLst/>
              <a:gdLst/>
              <a:ahLst/>
              <a:cxnLst/>
              <a:rect r="r" b="b" t="t" l="l"/>
              <a:pathLst>
                <a:path h="673310" w="2139986">
                  <a:moveTo>
                    <a:pt x="20962" y="0"/>
                  </a:moveTo>
                  <a:lnTo>
                    <a:pt x="2119024" y="0"/>
                  </a:lnTo>
                  <a:cubicBezTo>
                    <a:pt x="2130601" y="0"/>
                    <a:pt x="2139986" y="9385"/>
                    <a:pt x="2139986" y="20962"/>
                  </a:cubicBezTo>
                  <a:lnTo>
                    <a:pt x="2139986" y="652348"/>
                  </a:lnTo>
                  <a:cubicBezTo>
                    <a:pt x="2139986" y="657907"/>
                    <a:pt x="2137777" y="663239"/>
                    <a:pt x="2133846" y="667170"/>
                  </a:cubicBezTo>
                  <a:cubicBezTo>
                    <a:pt x="2129915" y="671101"/>
                    <a:pt x="2124583" y="673310"/>
                    <a:pt x="2119024" y="673310"/>
                  </a:cubicBezTo>
                  <a:lnTo>
                    <a:pt x="20962" y="673310"/>
                  </a:lnTo>
                  <a:cubicBezTo>
                    <a:pt x="15403" y="673310"/>
                    <a:pt x="10071" y="671101"/>
                    <a:pt x="6140" y="667170"/>
                  </a:cubicBezTo>
                  <a:cubicBezTo>
                    <a:pt x="2208" y="663239"/>
                    <a:pt x="0" y="657907"/>
                    <a:pt x="0" y="652348"/>
                  </a:cubicBezTo>
                  <a:lnTo>
                    <a:pt x="0" y="20962"/>
                  </a:lnTo>
                  <a:cubicBezTo>
                    <a:pt x="0" y="15403"/>
                    <a:pt x="2208" y="10071"/>
                    <a:pt x="6140" y="6140"/>
                  </a:cubicBezTo>
                  <a:cubicBezTo>
                    <a:pt x="10071" y="2208"/>
                    <a:pt x="15403" y="0"/>
                    <a:pt x="20962" y="0"/>
                  </a:cubicBezTo>
                  <a:close/>
                </a:path>
              </a:pathLst>
            </a:custGeom>
            <a:solidFill>
              <a:srgbClr val="F1F1F1"/>
            </a:solidFill>
          </p:spPr>
        </p:sp>
        <p:sp>
          <p:nvSpPr>
            <p:cNvPr name="TextBox 11" id="11"/>
            <p:cNvSpPr txBox="true"/>
            <p:nvPr/>
          </p:nvSpPr>
          <p:spPr>
            <a:xfrm>
              <a:off x="0" y="-38100"/>
              <a:ext cx="2139986" cy="711410"/>
            </a:xfrm>
            <a:prstGeom prst="rect">
              <a:avLst/>
            </a:prstGeom>
          </p:spPr>
          <p:txBody>
            <a:bodyPr anchor="ctr" rtlCol="false" tIns="50800" lIns="50800" bIns="50800" rIns="50800"/>
            <a:lstStyle/>
            <a:p>
              <a:pPr algn="ctr" marL="0" indent="0" lvl="0">
                <a:lnSpc>
                  <a:spcPts val="2659"/>
                </a:lnSpc>
              </a:pPr>
            </a:p>
          </p:txBody>
        </p:sp>
      </p:grpSp>
      <p:sp>
        <p:nvSpPr>
          <p:cNvPr name="TextBox 12" id="12"/>
          <p:cNvSpPr txBox="true"/>
          <p:nvPr/>
        </p:nvSpPr>
        <p:spPr>
          <a:xfrm rot="0">
            <a:off x="1885050" y="3853822"/>
            <a:ext cx="7431406" cy="1564004"/>
          </a:xfrm>
          <a:prstGeom prst="rect">
            <a:avLst/>
          </a:prstGeom>
        </p:spPr>
        <p:txBody>
          <a:bodyPr anchor="t" rtlCol="false" tIns="0" lIns="0" bIns="0" rIns="0">
            <a:spAutoFit/>
          </a:bodyPr>
          <a:lstStyle/>
          <a:p>
            <a:pPr algn="l" marL="0" indent="0" lvl="0">
              <a:lnSpc>
                <a:spcPts val="2520"/>
              </a:lnSpc>
            </a:pPr>
            <a:r>
              <a:rPr lang="en-US" sz="1800">
                <a:solidFill>
                  <a:srgbClr val="000000"/>
                </a:solidFill>
                <a:latin typeface="Open Sauce"/>
                <a:ea typeface="Open Sauce"/>
                <a:cs typeface="Open Sauce"/>
                <a:sym typeface="Open Sauce"/>
              </a:rPr>
              <a:t>SQL databases like MySQL and PostgreSQL remain the backbone of structured data storage, offering ACID compliance and reliable transaction processing. They excel at handling relational data with complex queries and are widely used for user accounts, financial records, and inventory systems.</a:t>
            </a:r>
          </a:p>
        </p:txBody>
      </p:sp>
      <p:pic>
        <p:nvPicPr>
          <p:cNvPr name="Picture 13" id="13"/>
          <p:cNvPicPr>
            <a:picLocks noChangeAspect="true"/>
          </p:cNvPicPr>
          <p:nvPr/>
        </p:nvPicPr>
        <p:blipFill>
          <a:blip r:embed="rId2"/>
          <a:stretch>
            <a:fillRect/>
          </a:stretch>
        </p:blipFill>
        <p:spPr>
          <a:xfrm rot="0">
            <a:off x="10495434" y="1072455"/>
            <a:ext cx="7794321" cy="8616456"/>
          </a:xfrm>
          <a:prstGeom prst="rect">
            <a:avLst/>
          </a:prstGeom>
        </p:spPr>
      </p:pic>
      <p:grpSp>
        <p:nvGrpSpPr>
          <p:cNvPr name="Group 14" id="14"/>
          <p:cNvGrpSpPr/>
          <p:nvPr/>
        </p:nvGrpSpPr>
        <p:grpSpPr>
          <a:xfrm rot="0">
            <a:off x="1597986" y="6414400"/>
            <a:ext cx="8125260" cy="2556473"/>
            <a:chOff x="0" y="0"/>
            <a:chExt cx="2139986" cy="673310"/>
          </a:xfrm>
        </p:grpSpPr>
        <p:sp>
          <p:nvSpPr>
            <p:cNvPr name="Freeform 15" id="15"/>
            <p:cNvSpPr/>
            <p:nvPr/>
          </p:nvSpPr>
          <p:spPr>
            <a:xfrm flipH="false" flipV="false" rot="0">
              <a:off x="0" y="0"/>
              <a:ext cx="2139986" cy="673310"/>
            </a:xfrm>
            <a:custGeom>
              <a:avLst/>
              <a:gdLst/>
              <a:ahLst/>
              <a:cxnLst/>
              <a:rect r="r" b="b" t="t" l="l"/>
              <a:pathLst>
                <a:path h="673310" w="2139986">
                  <a:moveTo>
                    <a:pt x="20962" y="0"/>
                  </a:moveTo>
                  <a:lnTo>
                    <a:pt x="2119024" y="0"/>
                  </a:lnTo>
                  <a:cubicBezTo>
                    <a:pt x="2130601" y="0"/>
                    <a:pt x="2139986" y="9385"/>
                    <a:pt x="2139986" y="20962"/>
                  </a:cubicBezTo>
                  <a:lnTo>
                    <a:pt x="2139986" y="652348"/>
                  </a:lnTo>
                  <a:cubicBezTo>
                    <a:pt x="2139986" y="657907"/>
                    <a:pt x="2137777" y="663239"/>
                    <a:pt x="2133846" y="667170"/>
                  </a:cubicBezTo>
                  <a:cubicBezTo>
                    <a:pt x="2129915" y="671101"/>
                    <a:pt x="2124583" y="673310"/>
                    <a:pt x="2119024" y="673310"/>
                  </a:cubicBezTo>
                  <a:lnTo>
                    <a:pt x="20962" y="673310"/>
                  </a:lnTo>
                  <a:cubicBezTo>
                    <a:pt x="15403" y="673310"/>
                    <a:pt x="10071" y="671101"/>
                    <a:pt x="6140" y="667170"/>
                  </a:cubicBezTo>
                  <a:cubicBezTo>
                    <a:pt x="2208" y="663239"/>
                    <a:pt x="0" y="657907"/>
                    <a:pt x="0" y="652348"/>
                  </a:cubicBezTo>
                  <a:lnTo>
                    <a:pt x="0" y="20962"/>
                  </a:lnTo>
                  <a:cubicBezTo>
                    <a:pt x="0" y="15403"/>
                    <a:pt x="2208" y="10071"/>
                    <a:pt x="6140" y="6140"/>
                  </a:cubicBezTo>
                  <a:cubicBezTo>
                    <a:pt x="10071" y="2208"/>
                    <a:pt x="15403" y="0"/>
                    <a:pt x="20962" y="0"/>
                  </a:cubicBezTo>
                  <a:close/>
                </a:path>
              </a:pathLst>
            </a:custGeom>
            <a:solidFill>
              <a:srgbClr val="F1F1F1"/>
            </a:solidFill>
          </p:spPr>
        </p:sp>
        <p:sp>
          <p:nvSpPr>
            <p:cNvPr name="TextBox 16" id="16"/>
            <p:cNvSpPr txBox="true"/>
            <p:nvPr/>
          </p:nvSpPr>
          <p:spPr>
            <a:xfrm>
              <a:off x="0" y="-38100"/>
              <a:ext cx="2139986" cy="711410"/>
            </a:xfrm>
            <a:prstGeom prst="rect">
              <a:avLst/>
            </a:prstGeom>
          </p:spPr>
          <p:txBody>
            <a:bodyPr anchor="ctr" rtlCol="false" tIns="50800" lIns="50800" bIns="50800" rIns="50800"/>
            <a:lstStyle/>
            <a:p>
              <a:pPr algn="ctr" marL="0" indent="0" lvl="0">
                <a:lnSpc>
                  <a:spcPts val="2659"/>
                </a:lnSpc>
              </a:pPr>
            </a:p>
          </p:txBody>
        </p:sp>
      </p:grpSp>
      <p:sp>
        <p:nvSpPr>
          <p:cNvPr name="TextBox 17" id="17"/>
          <p:cNvSpPr txBox="true"/>
          <p:nvPr/>
        </p:nvSpPr>
        <p:spPr>
          <a:xfrm rot="0">
            <a:off x="1885050" y="6733500"/>
            <a:ext cx="7431406" cy="1564004"/>
          </a:xfrm>
          <a:prstGeom prst="rect">
            <a:avLst/>
          </a:prstGeom>
        </p:spPr>
        <p:txBody>
          <a:bodyPr anchor="t" rtlCol="false" tIns="0" lIns="0" bIns="0" rIns="0">
            <a:spAutoFit/>
          </a:bodyPr>
          <a:lstStyle/>
          <a:p>
            <a:pPr algn="l" marL="0" indent="0" lvl="0">
              <a:lnSpc>
                <a:spcPts val="2520"/>
              </a:lnSpc>
            </a:pPr>
            <a:r>
              <a:rPr lang="en-US" sz="1800">
                <a:solidFill>
                  <a:srgbClr val="000000"/>
                </a:solidFill>
                <a:latin typeface="Open Sauce"/>
                <a:ea typeface="Open Sauce"/>
                <a:cs typeface="Open Sauce"/>
                <a:sym typeface="Open Sauce"/>
              </a:rPr>
              <a:t>NoSQL databases such as MongoDB and Cassandra have seen rapid adoption for handling unstructured user data. They offer horizontal scalability and flexible schemas, making them ideal for storing user-generated content, session data, real-time analytics, and large-scale document storage.</a:t>
            </a:r>
          </a:p>
        </p:txBody>
      </p:sp>
      <p:grpSp>
        <p:nvGrpSpPr>
          <p:cNvPr name="Group 18" id="18"/>
          <p:cNvGrpSpPr/>
          <p:nvPr/>
        </p:nvGrpSpPr>
        <p:grpSpPr>
          <a:xfrm rot="0">
            <a:off x="-1086669" y="6262692"/>
            <a:ext cx="1673561" cy="1673561"/>
            <a:chOff x="0" y="0"/>
            <a:chExt cx="812800" cy="812800"/>
          </a:xfrm>
        </p:grpSpPr>
        <p:sp>
          <p:nvSpPr>
            <p:cNvPr name="Freeform 19" id="1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3972F0">
                    <a:alpha val="100000"/>
                  </a:srgbClr>
                </a:gs>
                <a:gs pos="100000">
                  <a:srgbClr val="1CDAFF">
                    <a:alpha val="100000"/>
                  </a:srgbClr>
                </a:gs>
              </a:gsLst>
              <a:lin ang="5400000"/>
            </a:gradFill>
          </p:spPr>
        </p:sp>
        <p:sp>
          <p:nvSpPr>
            <p:cNvPr name="TextBox 20" id="20"/>
            <p:cNvSpPr txBox="true"/>
            <p:nvPr/>
          </p:nvSpPr>
          <p:spPr>
            <a:xfrm>
              <a:off x="76200" y="38100"/>
              <a:ext cx="660400" cy="698500"/>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21" id="21"/>
          <p:cNvSpPr/>
          <p:nvPr/>
        </p:nvSpPr>
        <p:spPr>
          <a:xfrm flipH="false" flipV="false" rot="0">
            <a:off x="17020776" y="528088"/>
            <a:ext cx="1766866" cy="969568"/>
          </a:xfrm>
          <a:custGeom>
            <a:avLst/>
            <a:gdLst/>
            <a:ahLst/>
            <a:cxnLst/>
            <a:rect r="r" b="b" t="t" l="l"/>
            <a:pathLst>
              <a:path h="969568" w="1766866">
                <a:moveTo>
                  <a:pt x="0" y="0"/>
                </a:moveTo>
                <a:lnTo>
                  <a:pt x="1766866" y="0"/>
                </a:lnTo>
                <a:lnTo>
                  <a:pt x="1766866" y="969568"/>
                </a:lnTo>
                <a:lnTo>
                  <a:pt x="0" y="9695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22" id="22"/>
          <p:cNvGrpSpPr/>
          <p:nvPr/>
        </p:nvGrpSpPr>
        <p:grpSpPr>
          <a:xfrm rot="0">
            <a:off x="0" y="9828123"/>
            <a:ext cx="18288000" cy="12844173"/>
            <a:chOff x="0" y="0"/>
            <a:chExt cx="4816593" cy="3382827"/>
          </a:xfrm>
        </p:grpSpPr>
        <p:sp>
          <p:nvSpPr>
            <p:cNvPr name="Freeform 23" id="23"/>
            <p:cNvSpPr/>
            <p:nvPr/>
          </p:nvSpPr>
          <p:spPr>
            <a:xfrm flipH="false" flipV="false" rot="0">
              <a:off x="0" y="0"/>
              <a:ext cx="4816592" cy="3382827"/>
            </a:xfrm>
            <a:custGeom>
              <a:avLst/>
              <a:gdLst/>
              <a:ahLst/>
              <a:cxnLst/>
              <a:rect r="r" b="b" t="t" l="l"/>
              <a:pathLst>
                <a:path h="3382827" w="4816592">
                  <a:moveTo>
                    <a:pt x="21590" y="0"/>
                  </a:moveTo>
                  <a:lnTo>
                    <a:pt x="4795002" y="0"/>
                  </a:lnTo>
                  <a:cubicBezTo>
                    <a:pt x="4800728" y="0"/>
                    <a:pt x="4806220" y="2275"/>
                    <a:pt x="4810269" y="6324"/>
                  </a:cubicBezTo>
                  <a:cubicBezTo>
                    <a:pt x="4814318" y="10372"/>
                    <a:pt x="4816592" y="15864"/>
                    <a:pt x="4816592" y="21590"/>
                  </a:cubicBezTo>
                  <a:lnTo>
                    <a:pt x="4816592" y="3361237"/>
                  </a:lnTo>
                  <a:cubicBezTo>
                    <a:pt x="4816592" y="3366963"/>
                    <a:pt x="4814318" y="3372455"/>
                    <a:pt x="4810269" y="3376504"/>
                  </a:cubicBezTo>
                  <a:cubicBezTo>
                    <a:pt x="4806220" y="3380553"/>
                    <a:pt x="4800728" y="3382827"/>
                    <a:pt x="4795002" y="3382827"/>
                  </a:cubicBezTo>
                  <a:lnTo>
                    <a:pt x="21590" y="3382827"/>
                  </a:lnTo>
                  <a:cubicBezTo>
                    <a:pt x="9666" y="3382827"/>
                    <a:pt x="0" y="3373161"/>
                    <a:pt x="0" y="3361237"/>
                  </a:cubicBezTo>
                  <a:lnTo>
                    <a:pt x="0" y="21590"/>
                  </a:lnTo>
                  <a:cubicBezTo>
                    <a:pt x="0" y="9666"/>
                    <a:pt x="9666" y="0"/>
                    <a:pt x="21590" y="0"/>
                  </a:cubicBezTo>
                  <a:close/>
                </a:path>
              </a:pathLst>
            </a:custGeom>
            <a:solidFill>
              <a:srgbClr val="3972F0"/>
            </a:solidFill>
          </p:spPr>
        </p:sp>
        <p:sp>
          <p:nvSpPr>
            <p:cNvPr name="TextBox 24" id="24"/>
            <p:cNvSpPr txBox="true"/>
            <p:nvPr/>
          </p:nvSpPr>
          <p:spPr>
            <a:xfrm>
              <a:off x="0" y="-38100"/>
              <a:ext cx="4816593" cy="3420927"/>
            </a:xfrm>
            <a:prstGeom prst="rect">
              <a:avLst/>
            </a:prstGeom>
          </p:spPr>
          <p:txBody>
            <a:bodyPr anchor="ctr" rtlCol="false" tIns="50800" lIns="50800" bIns="50800" rIns="50800"/>
            <a:lstStyle/>
            <a:p>
              <a:pPr algn="ctr" marL="0" indent="0" lvl="0">
                <a:lnSpc>
                  <a:spcPts val="2659"/>
                </a:lnSpc>
              </a:pPr>
            </a:p>
          </p:txBody>
        </p:sp>
      </p:grpSp>
      <p:sp>
        <p:nvSpPr>
          <p:cNvPr name="Freeform 25" id="25"/>
          <p:cNvSpPr/>
          <p:nvPr/>
        </p:nvSpPr>
        <p:spPr>
          <a:xfrm flipH="false" flipV="false" rot="0">
            <a:off x="366080" y="9171889"/>
            <a:ext cx="1766866" cy="969568"/>
          </a:xfrm>
          <a:custGeom>
            <a:avLst/>
            <a:gdLst/>
            <a:ahLst/>
            <a:cxnLst/>
            <a:rect r="r" b="b" t="t" l="l"/>
            <a:pathLst>
              <a:path h="969568" w="1766866">
                <a:moveTo>
                  <a:pt x="0" y="0"/>
                </a:moveTo>
                <a:lnTo>
                  <a:pt x="1766866" y="0"/>
                </a:lnTo>
                <a:lnTo>
                  <a:pt x="1766866" y="969568"/>
                </a:lnTo>
                <a:lnTo>
                  <a:pt x="0" y="96956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6" id="26"/>
          <p:cNvSpPr/>
          <p:nvPr/>
        </p:nvSpPr>
        <p:spPr>
          <a:xfrm flipH="false" flipV="false" rot="2599173">
            <a:off x="9269798" y="2375022"/>
            <a:ext cx="516765" cy="521089"/>
          </a:xfrm>
          <a:custGeom>
            <a:avLst/>
            <a:gdLst/>
            <a:ahLst/>
            <a:cxnLst/>
            <a:rect r="r" b="b" t="t" l="l"/>
            <a:pathLst>
              <a:path h="521089" w="516765">
                <a:moveTo>
                  <a:pt x="0" y="0"/>
                </a:moveTo>
                <a:lnTo>
                  <a:pt x="516765" y="0"/>
                </a:lnTo>
                <a:lnTo>
                  <a:pt x="516765" y="521089"/>
                </a:lnTo>
                <a:lnTo>
                  <a:pt x="0" y="521089"/>
                </a:lnTo>
                <a:lnTo>
                  <a:pt x="0" y="0"/>
                </a:lnTo>
                <a:close/>
              </a:path>
            </a:pathLst>
          </a:custGeom>
          <a:blipFill>
            <a:blip r:embed="rId7"/>
            <a:stretch>
              <a:fillRect l="0" t="0" r="0" b="0"/>
            </a:stretch>
          </a:blipFill>
        </p:spPr>
      </p:sp>
      <p:sp>
        <p:nvSpPr>
          <p:cNvPr name="Freeform 27" id="27"/>
          <p:cNvSpPr/>
          <p:nvPr/>
        </p:nvSpPr>
        <p:spPr>
          <a:xfrm flipH="false" flipV="false" rot="2599173">
            <a:off x="424886" y="6042191"/>
            <a:ext cx="326694" cy="301171"/>
          </a:xfrm>
          <a:custGeom>
            <a:avLst/>
            <a:gdLst/>
            <a:ahLst/>
            <a:cxnLst/>
            <a:rect r="r" b="b" t="t" l="l"/>
            <a:pathLst>
              <a:path h="301171" w="326694">
                <a:moveTo>
                  <a:pt x="0" y="0"/>
                </a:moveTo>
                <a:lnTo>
                  <a:pt x="326693" y="0"/>
                </a:lnTo>
                <a:lnTo>
                  <a:pt x="326693" y="301171"/>
                </a:lnTo>
                <a:lnTo>
                  <a:pt x="0" y="301171"/>
                </a:lnTo>
                <a:lnTo>
                  <a:pt x="0" y="0"/>
                </a:lnTo>
                <a:close/>
              </a:path>
            </a:pathLst>
          </a:custGeom>
          <a:blipFill>
            <a:blip r:embed="rId8">
              <a:extLst>
                <a:ext uri="{96DAC541-7B7A-43D3-8B79-37D633B846F1}">
                  <asvg:svgBlip xmlns:asvg="http://schemas.microsoft.com/office/drawing/2016/SVG/main" r:embed="rId9"/>
                </a:ext>
              </a:extLst>
            </a:blip>
            <a:stretch>
              <a:fillRect l="-31484" t="-39236" r="-39297" b="-46019"/>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4764998" y="5511876"/>
            <a:ext cx="9529995" cy="9529995"/>
          </a:xfrm>
          <a:custGeom>
            <a:avLst/>
            <a:gdLst/>
            <a:ahLst/>
            <a:cxnLst/>
            <a:rect r="r" b="b" t="t" l="l"/>
            <a:pathLst>
              <a:path h="9529995" w="9529995">
                <a:moveTo>
                  <a:pt x="0" y="0"/>
                </a:moveTo>
                <a:lnTo>
                  <a:pt x="9529996" y="0"/>
                </a:lnTo>
                <a:lnTo>
                  <a:pt x="9529996" y="9529996"/>
                </a:lnTo>
                <a:lnTo>
                  <a:pt x="0" y="9529996"/>
                </a:lnTo>
                <a:lnTo>
                  <a:pt x="0" y="0"/>
                </a:lnTo>
                <a:close/>
              </a:path>
            </a:pathLst>
          </a:custGeom>
          <a:blipFill>
            <a:blip r:embed="rId2">
              <a:alphaModFix amt="46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094119" y="-7263081"/>
            <a:ext cx="9529995" cy="9529995"/>
          </a:xfrm>
          <a:custGeom>
            <a:avLst/>
            <a:gdLst/>
            <a:ahLst/>
            <a:cxnLst/>
            <a:rect r="r" b="b" t="t" l="l"/>
            <a:pathLst>
              <a:path h="9529995" w="9529995">
                <a:moveTo>
                  <a:pt x="0" y="0"/>
                </a:moveTo>
                <a:lnTo>
                  <a:pt x="9529996" y="0"/>
                </a:lnTo>
                <a:lnTo>
                  <a:pt x="9529996" y="9529995"/>
                </a:lnTo>
                <a:lnTo>
                  <a:pt x="0" y="9529995"/>
                </a:lnTo>
                <a:lnTo>
                  <a:pt x="0" y="0"/>
                </a:lnTo>
                <a:close/>
              </a:path>
            </a:pathLst>
          </a:custGeom>
          <a:blipFill>
            <a:blip r:embed="rId2">
              <a:alphaModFix amt="46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68881" y="2131123"/>
            <a:ext cx="1766866" cy="969568"/>
          </a:xfrm>
          <a:custGeom>
            <a:avLst/>
            <a:gdLst/>
            <a:ahLst/>
            <a:cxnLst/>
            <a:rect r="r" b="b" t="t" l="l"/>
            <a:pathLst>
              <a:path h="969568" w="1766866">
                <a:moveTo>
                  <a:pt x="0" y="0"/>
                </a:moveTo>
                <a:lnTo>
                  <a:pt x="1766867" y="0"/>
                </a:lnTo>
                <a:lnTo>
                  <a:pt x="1766867" y="969568"/>
                </a:lnTo>
                <a:lnTo>
                  <a:pt x="0" y="9695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6937137" y="3637312"/>
            <a:ext cx="1766866" cy="969568"/>
          </a:xfrm>
          <a:custGeom>
            <a:avLst/>
            <a:gdLst/>
            <a:ahLst/>
            <a:cxnLst/>
            <a:rect r="r" b="b" t="t" l="l"/>
            <a:pathLst>
              <a:path h="969568" w="1766866">
                <a:moveTo>
                  <a:pt x="0" y="0"/>
                </a:moveTo>
                <a:lnTo>
                  <a:pt x="1766866" y="0"/>
                </a:lnTo>
                <a:lnTo>
                  <a:pt x="1766866" y="969568"/>
                </a:lnTo>
                <a:lnTo>
                  <a:pt x="0" y="96956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1361670" y="643132"/>
            <a:ext cx="8389996" cy="5988360"/>
          </a:xfrm>
          <a:custGeom>
            <a:avLst/>
            <a:gdLst/>
            <a:ahLst/>
            <a:cxnLst/>
            <a:rect r="r" b="b" t="t" l="l"/>
            <a:pathLst>
              <a:path h="5988360" w="8389996">
                <a:moveTo>
                  <a:pt x="0" y="0"/>
                </a:moveTo>
                <a:lnTo>
                  <a:pt x="8389996" y="0"/>
                </a:lnTo>
                <a:lnTo>
                  <a:pt x="8389996" y="5988359"/>
                </a:lnTo>
                <a:lnTo>
                  <a:pt x="0" y="5988359"/>
                </a:lnTo>
                <a:lnTo>
                  <a:pt x="0" y="0"/>
                </a:lnTo>
                <a:close/>
              </a:path>
            </a:pathLst>
          </a:custGeom>
          <a:blipFill>
            <a:blip r:embed="rId6"/>
            <a:stretch>
              <a:fillRect l="0" t="0" r="0" b="0"/>
            </a:stretch>
          </a:blipFill>
        </p:spPr>
      </p:sp>
      <p:sp>
        <p:nvSpPr>
          <p:cNvPr name="Freeform 7" id="7"/>
          <p:cNvSpPr/>
          <p:nvPr/>
        </p:nvSpPr>
        <p:spPr>
          <a:xfrm flipH="false" flipV="false" rot="0">
            <a:off x="254220" y="6880257"/>
            <a:ext cx="10604897" cy="2924176"/>
          </a:xfrm>
          <a:custGeom>
            <a:avLst/>
            <a:gdLst/>
            <a:ahLst/>
            <a:cxnLst/>
            <a:rect r="r" b="b" t="t" l="l"/>
            <a:pathLst>
              <a:path h="2924176" w="10604897">
                <a:moveTo>
                  <a:pt x="0" y="0"/>
                </a:moveTo>
                <a:lnTo>
                  <a:pt x="10604897" y="0"/>
                </a:lnTo>
                <a:lnTo>
                  <a:pt x="10604897" y="2924175"/>
                </a:lnTo>
                <a:lnTo>
                  <a:pt x="0" y="2924175"/>
                </a:lnTo>
                <a:lnTo>
                  <a:pt x="0" y="0"/>
                </a:lnTo>
                <a:close/>
              </a:path>
            </a:pathLst>
          </a:custGeom>
          <a:blipFill>
            <a:blip r:embed="rId7"/>
            <a:stretch>
              <a:fillRect l="-268" t="0" r="0" b="0"/>
            </a:stretch>
          </a:blipFill>
        </p:spPr>
      </p:sp>
      <p:sp>
        <p:nvSpPr>
          <p:cNvPr name="Freeform 8" id="8"/>
          <p:cNvSpPr/>
          <p:nvPr/>
        </p:nvSpPr>
        <p:spPr>
          <a:xfrm flipH="false" flipV="false" rot="0">
            <a:off x="11281718" y="454243"/>
            <a:ext cx="5764439" cy="4323329"/>
          </a:xfrm>
          <a:custGeom>
            <a:avLst/>
            <a:gdLst/>
            <a:ahLst/>
            <a:cxnLst/>
            <a:rect r="r" b="b" t="t" l="l"/>
            <a:pathLst>
              <a:path h="4323329" w="5764439">
                <a:moveTo>
                  <a:pt x="0" y="0"/>
                </a:moveTo>
                <a:lnTo>
                  <a:pt x="5764439" y="0"/>
                </a:lnTo>
                <a:lnTo>
                  <a:pt x="5764439" y="4323329"/>
                </a:lnTo>
                <a:lnTo>
                  <a:pt x="0" y="4323329"/>
                </a:lnTo>
                <a:lnTo>
                  <a:pt x="0" y="0"/>
                </a:lnTo>
                <a:close/>
              </a:path>
            </a:pathLst>
          </a:custGeom>
          <a:blipFill>
            <a:blip r:embed="rId8"/>
            <a:stretch>
              <a:fillRect l="0" t="0" r="0" b="0"/>
            </a:stretch>
          </a:blipFill>
        </p:spPr>
      </p:sp>
      <p:sp>
        <p:nvSpPr>
          <p:cNvPr name="Freeform 9" id="9"/>
          <p:cNvSpPr/>
          <p:nvPr/>
        </p:nvSpPr>
        <p:spPr>
          <a:xfrm flipH="false" flipV="false" rot="0">
            <a:off x="11062646" y="5135780"/>
            <a:ext cx="6202583" cy="3488953"/>
          </a:xfrm>
          <a:custGeom>
            <a:avLst/>
            <a:gdLst/>
            <a:ahLst/>
            <a:cxnLst/>
            <a:rect r="r" b="b" t="t" l="l"/>
            <a:pathLst>
              <a:path h="3488953" w="6202583">
                <a:moveTo>
                  <a:pt x="0" y="0"/>
                </a:moveTo>
                <a:lnTo>
                  <a:pt x="6202584" y="0"/>
                </a:lnTo>
                <a:lnTo>
                  <a:pt x="6202584" y="3488953"/>
                </a:lnTo>
                <a:lnTo>
                  <a:pt x="0" y="3488953"/>
                </a:lnTo>
                <a:lnTo>
                  <a:pt x="0" y="0"/>
                </a:lnTo>
                <a:close/>
              </a:path>
            </a:pathLst>
          </a:custGeom>
          <a:blipFill>
            <a:blip r:embed="rId9"/>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DAHENrfjY3E</dc:identifier>
  <dcterms:modified xsi:type="dcterms:W3CDTF">2011-08-01T06:04:30Z</dcterms:modified>
  <cp:revision>1</cp:revision>
</cp:coreProperties>
</file>