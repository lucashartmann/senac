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8288000" cy="10287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Open Sauce" panose="020B0604020202020204" charset="0"/>
      <p:regular r:id="rId11"/>
    </p:embeddedFont>
    <p:embeddedFont>
      <p:font typeface="Open Sauce Bold" panose="020B0604020202020204" charset="0"/>
      <p:regular r:id="rId12"/>
    </p:embeddedFont>
    <p:embeddedFont>
      <p:font typeface="Open Sauce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32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7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396453"/>
            <a:ext cx="18288000" cy="11083773"/>
            <a:chOff x="0" y="0"/>
            <a:chExt cx="4816593" cy="29191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919183"/>
            </a:xfrm>
            <a:custGeom>
              <a:avLst/>
              <a:gdLst/>
              <a:ahLst/>
              <a:cxnLst/>
              <a:rect l="l" t="t" r="r" b="b"/>
              <a:pathLst>
                <a:path w="4816592" h="2919183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897593"/>
                  </a:lnTo>
                  <a:cubicBezTo>
                    <a:pt x="4816592" y="2909517"/>
                    <a:pt x="4806926" y="2919183"/>
                    <a:pt x="4795002" y="2919183"/>
                  </a:cubicBezTo>
                  <a:lnTo>
                    <a:pt x="21590" y="2919183"/>
                  </a:lnTo>
                  <a:cubicBezTo>
                    <a:pt x="15864" y="2919183"/>
                    <a:pt x="10372" y="2916908"/>
                    <a:pt x="6324" y="2912859"/>
                  </a:cubicBezTo>
                  <a:cubicBezTo>
                    <a:pt x="2275" y="2908811"/>
                    <a:pt x="0" y="2903319"/>
                    <a:pt x="0" y="2897593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957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996199" y="-7188235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5" y="0"/>
                </a:lnTo>
                <a:lnTo>
                  <a:pt x="9529995" y="9529995"/>
                </a:lnTo>
                <a:lnTo>
                  <a:pt x="0" y="9529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810926" y="7857092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9529995"/>
                </a:moveTo>
                <a:lnTo>
                  <a:pt x="9529996" y="9529995"/>
                </a:lnTo>
                <a:lnTo>
                  <a:pt x="9529996" y="0"/>
                </a:lnTo>
                <a:lnTo>
                  <a:pt x="0" y="0"/>
                </a:lnTo>
                <a:lnTo>
                  <a:pt x="0" y="9529995"/>
                </a:lnTo>
                <a:close/>
              </a:path>
            </a:pathLst>
          </a:custGeom>
          <a:blipFill>
            <a:blip r:embed="rId2">
              <a:alphaModFix amt="7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-1327786" y="8288732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7404567" y="3896607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283410" y="3268013"/>
            <a:ext cx="7328942" cy="1516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373"/>
              </a:lnSpc>
            </a:pPr>
            <a:r>
              <a:rPr lang="en-US" sz="8837" b="1" spc="-618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Websites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83410" y="4687356"/>
            <a:ext cx="8006408" cy="2322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021"/>
              </a:lnSpc>
            </a:pPr>
            <a:r>
              <a:rPr lang="en-US" sz="13586" b="1" spc="-951" dirty="0">
                <a:solidFill>
                  <a:srgbClr val="3972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Store Data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90800" y="7357452"/>
            <a:ext cx="5258106" cy="30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45"/>
              </a:lnSpc>
            </a:pPr>
            <a:r>
              <a:rPr lang="en-US" sz="1818" i="1" dirty="0">
                <a:solidFill>
                  <a:srgbClr val="70707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Lucas Augusto Hartmann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1377835" y="-7250246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5" y="0"/>
                </a:lnTo>
                <a:lnTo>
                  <a:pt x="9529995" y="9529995"/>
                </a:lnTo>
                <a:lnTo>
                  <a:pt x="0" y="9529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200064" y="6914465"/>
            <a:ext cx="3405634" cy="908329"/>
            <a:chOff x="0" y="0"/>
            <a:chExt cx="979405" cy="2612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9405" cy="261221"/>
            </a:xfrm>
            <a:custGeom>
              <a:avLst/>
              <a:gdLst/>
              <a:ahLst/>
              <a:cxnLst/>
              <a:rect l="l" t="t" r="r" b="b"/>
              <a:pathLst>
                <a:path w="979405" h="261221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222575"/>
                  </a:lnTo>
                  <a:cubicBezTo>
                    <a:pt x="979405" y="232824"/>
                    <a:pt x="975333" y="242654"/>
                    <a:pt x="968086" y="249902"/>
                  </a:cubicBezTo>
                  <a:cubicBezTo>
                    <a:pt x="960838" y="257149"/>
                    <a:pt x="951008" y="261221"/>
                    <a:pt x="940759" y="261221"/>
                  </a:cubicBezTo>
                  <a:lnTo>
                    <a:pt x="38646" y="261221"/>
                  </a:lnTo>
                  <a:cubicBezTo>
                    <a:pt x="17302" y="261221"/>
                    <a:pt x="0" y="243918"/>
                    <a:pt x="0" y="222575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79405" cy="299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00064" y="8119382"/>
            <a:ext cx="3405634" cy="908329"/>
            <a:chOff x="0" y="0"/>
            <a:chExt cx="979405" cy="2612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9405" cy="261221"/>
            </a:xfrm>
            <a:custGeom>
              <a:avLst/>
              <a:gdLst/>
              <a:ahLst/>
              <a:cxnLst/>
              <a:rect l="l" t="t" r="r" b="b"/>
              <a:pathLst>
                <a:path w="979405" h="261221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222575"/>
                  </a:lnTo>
                  <a:cubicBezTo>
                    <a:pt x="979405" y="232824"/>
                    <a:pt x="975333" y="242654"/>
                    <a:pt x="968086" y="249902"/>
                  </a:cubicBezTo>
                  <a:cubicBezTo>
                    <a:pt x="960838" y="257149"/>
                    <a:pt x="951008" y="261221"/>
                    <a:pt x="940759" y="261221"/>
                  </a:cubicBezTo>
                  <a:lnTo>
                    <a:pt x="38646" y="261221"/>
                  </a:lnTo>
                  <a:cubicBezTo>
                    <a:pt x="17302" y="261221"/>
                    <a:pt x="0" y="243918"/>
                    <a:pt x="0" y="222575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79405" cy="299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744163" y="6914465"/>
            <a:ext cx="3405634" cy="908329"/>
            <a:chOff x="0" y="0"/>
            <a:chExt cx="979405" cy="2612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79405" cy="261221"/>
            </a:xfrm>
            <a:custGeom>
              <a:avLst/>
              <a:gdLst/>
              <a:ahLst/>
              <a:cxnLst/>
              <a:rect l="l" t="t" r="r" b="b"/>
              <a:pathLst>
                <a:path w="979405" h="261221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222575"/>
                  </a:lnTo>
                  <a:cubicBezTo>
                    <a:pt x="979405" y="232824"/>
                    <a:pt x="975333" y="242654"/>
                    <a:pt x="968086" y="249902"/>
                  </a:cubicBezTo>
                  <a:cubicBezTo>
                    <a:pt x="960838" y="257149"/>
                    <a:pt x="951008" y="261221"/>
                    <a:pt x="940759" y="261221"/>
                  </a:cubicBezTo>
                  <a:lnTo>
                    <a:pt x="38646" y="261221"/>
                  </a:lnTo>
                  <a:cubicBezTo>
                    <a:pt x="17302" y="261221"/>
                    <a:pt x="0" y="243918"/>
                    <a:pt x="0" y="222575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79405" cy="299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744163" y="8119382"/>
            <a:ext cx="3405634" cy="908329"/>
            <a:chOff x="0" y="0"/>
            <a:chExt cx="979405" cy="26122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79405" cy="261221"/>
            </a:xfrm>
            <a:custGeom>
              <a:avLst/>
              <a:gdLst/>
              <a:ahLst/>
              <a:cxnLst/>
              <a:rect l="l" t="t" r="r" b="b"/>
              <a:pathLst>
                <a:path w="979405" h="261221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222575"/>
                  </a:lnTo>
                  <a:cubicBezTo>
                    <a:pt x="979405" y="232824"/>
                    <a:pt x="975333" y="242654"/>
                    <a:pt x="968086" y="249902"/>
                  </a:cubicBezTo>
                  <a:cubicBezTo>
                    <a:pt x="960838" y="257149"/>
                    <a:pt x="951008" y="261221"/>
                    <a:pt x="940759" y="261221"/>
                  </a:cubicBezTo>
                  <a:lnTo>
                    <a:pt x="38646" y="261221"/>
                  </a:lnTo>
                  <a:cubicBezTo>
                    <a:pt x="17302" y="261221"/>
                    <a:pt x="0" y="243918"/>
                    <a:pt x="0" y="222575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79405" cy="299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74138" y="6914465"/>
            <a:ext cx="3405634" cy="908329"/>
            <a:chOff x="0" y="0"/>
            <a:chExt cx="979405" cy="26122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79405" cy="261221"/>
            </a:xfrm>
            <a:custGeom>
              <a:avLst/>
              <a:gdLst/>
              <a:ahLst/>
              <a:cxnLst/>
              <a:rect l="l" t="t" r="r" b="b"/>
              <a:pathLst>
                <a:path w="979405" h="261221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222575"/>
                  </a:lnTo>
                  <a:cubicBezTo>
                    <a:pt x="979405" y="232824"/>
                    <a:pt x="975333" y="242654"/>
                    <a:pt x="968086" y="249902"/>
                  </a:cubicBezTo>
                  <a:cubicBezTo>
                    <a:pt x="960838" y="257149"/>
                    <a:pt x="951008" y="261221"/>
                    <a:pt x="940759" y="261221"/>
                  </a:cubicBezTo>
                  <a:lnTo>
                    <a:pt x="38646" y="261221"/>
                  </a:lnTo>
                  <a:cubicBezTo>
                    <a:pt x="17302" y="261221"/>
                    <a:pt x="0" y="243918"/>
                    <a:pt x="0" y="222575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79405" cy="299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74138" y="8119382"/>
            <a:ext cx="3405634" cy="908329"/>
            <a:chOff x="0" y="0"/>
            <a:chExt cx="979405" cy="26122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9405" cy="261221"/>
            </a:xfrm>
            <a:custGeom>
              <a:avLst/>
              <a:gdLst/>
              <a:ahLst/>
              <a:cxnLst/>
              <a:rect l="l" t="t" r="r" b="b"/>
              <a:pathLst>
                <a:path w="979405" h="261221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222575"/>
                  </a:lnTo>
                  <a:cubicBezTo>
                    <a:pt x="979405" y="232824"/>
                    <a:pt x="975333" y="242654"/>
                    <a:pt x="968086" y="249902"/>
                  </a:cubicBezTo>
                  <a:cubicBezTo>
                    <a:pt x="960838" y="257149"/>
                    <a:pt x="951008" y="261221"/>
                    <a:pt x="940759" y="261221"/>
                  </a:cubicBezTo>
                  <a:lnTo>
                    <a:pt x="38646" y="261221"/>
                  </a:lnTo>
                  <a:cubicBezTo>
                    <a:pt x="17302" y="261221"/>
                    <a:pt x="0" y="243918"/>
                    <a:pt x="0" y="222575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79405" cy="299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518237" y="6914465"/>
            <a:ext cx="3405634" cy="908329"/>
            <a:chOff x="0" y="0"/>
            <a:chExt cx="979405" cy="26122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79405" cy="261221"/>
            </a:xfrm>
            <a:custGeom>
              <a:avLst/>
              <a:gdLst/>
              <a:ahLst/>
              <a:cxnLst/>
              <a:rect l="l" t="t" r="r" b="b"/>
              <a:pathLst>
                <a:path w="979405" h="261221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222575"/>
                  </a:lnTo>
                  <a:cubicBezTo>
                    <a:pt x="979405" y="232824"/>
                    <a:pt x="975333" y="242654"/>
                    <a:pt x="968086" y="249902"/>
                  </a:cubicBezTo>
                  <a:cubicBezTo>
                    <a:pt x="960838" y="257149"/>
                    <a:pt x="951008" y="261221"/>
                    <a:pt x="940759" y="261221"/>
                  </a:cubicBezTo>
                  <a:lnTo>
                    <a:pt x="38646" y="261221"/>
                  </a:lnTo>
                  <a:cubicBezTo>
                    <a:pt x="17302" y="261221"/>
                    <a:pt x="0" y="243918"/>
                    <a:pt x="0" y="222575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979405" cy="299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518237" y="8119382"/>
            <a:ext cx="3405634" cy="908329"/>
            <a:chOff x="0" y="0"/>
            <a:chExt cx="979405" cy="26122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79405" cy="261221"/>
            </a:xfrm>
            <a:custGeom>
              <a:avLst/>
              <a:gdLst/>
              <a:ahLst/>
              <a:cxnLst/>
              <a:rect l="l" t="t" r="r" b="b"/>
              <a:pathLst>
                <a:path w="979405" h="261221">
                  <a:moveTo>
                    <a:pt x="38646" y="0"/>
                  </a:moveTo>
                  <a:lnTo>
                    <a:pt x="940759" y="0"/>
                  </a:lnTo>
                  <a:cubicBezTo>
                    <a:pt x="951008" y="0"/>
                    <a:pt x="960838" y="4072"/>
                    <a:pt x="968086" y="11319"/>
                  </a:cubicBezTo>
                  <a:cubicBezTo>
                    <a:pt x="975333" y="18566"/>
                    <a:pt x="979405" y="28396"/>
                    <a:pt x="979405" y="38646"/>
                  </a:cubicBezTo>
                  <a:lnTo>
                    <a:pt x="979405" y="222575"/>
                  </a:lnTo>
                  <a:cubicBezTo>
                    <a:pt x="979405" y="232824"/>
                    <a:pt x="975333" y="242654"/>
                    <a:pt x="968086" y="249902"/>
                  </a:cubicBezTo>
                  <a:cubicBezTo>
                    <a:pt x="960838" y="257149"/>
                    <a:pt x="951008" y="261221"/>
                    <a:pt x="940759" y="261221"/>
                  </a:cubicBezTo>
                  <a:lnTo>
                    <a:pt x="38646" y="261221"/>
                  </a:lnTo>
                  <a:cubicBezTo>
                    <a:pt x="17302" y="261221"/>
                    <a:pt x="0" y="243918"/>
                    <a:pt x="0" y="222575"/>
                  </a:cubicBezTo>
                  <a:lnTo>
                    <a:pt x="0" y="38646"/>
                  </a:lnTo>
                  <a:cubicBezTo>
                    <a:pt x="0" y="28396"/>
                    <a:pt x="4072" y="18566"/>
                    <a:pt x="11319" y="11319"/>
                  </a:cubicBezTo>
                  <a:cubicBezTo>
                    <a:pt x="18566" y="4072"/>
                    <a:pt x="28396" y="0"/>
                    <a:pt x="38646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979405" cy="299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6875807" y="1480173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61722" y="8808782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7" y="0"/>
                </a:lnTo>
                <a:lnTo>
                  <a:pt x="1766867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-17259300" y="-1690561"/>
            <a:ext cx="17966065" cy="12844173"/>
            <a:chOff x="0" y="0"/>
            <a:chExt cx="4731803" cy="338282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731803" cy="3382827"/>
            </a:xfrm>
            <a:custGeom>
              <a:avLst/>
              <a:gdLst/>
              <a:ahLst/>
              <a:cxnLst/>
              <a:rect l="l" t="t" r="r" b="b"/>
              <a:pathLst>
                <a:path w="4731803" h="3382827">
                  <a:moveTo>
                    <a:pt x="21977" y="0"/>
                  </a:moveTo>
                  <a:lnTo>
                    <a:pt x="4709826" y="0"/>
                  </a:lnTo>
                  <a:cubicBezTo>
                    <a:pt x="4715655" y="0"/>
                    <a:pt x="4721245" y="2315"/>
                    <a:pt x="4725366" y="6437"/>
                  </a:cubicBezTo>
                  <a:cubicBezTo>
                    <a:pt x="4729488" y="10558"/>
                    <a:pt x="4731803" y="16148"/>
                    <a:pt x="4731803" y="21977"/>
                  </a:cubicBezTo>
                  <a:lnTo>
                    <a:pt x="4731803" y="3360850"/>
                  </a:lnTo>
                  <a:cubicBezTo>
                    <a:pt x="4731803" y="3366679"/>
                    <a:pt x="4729488" y="3372269"/>
                    <a:pt x="4725366" y="3376390"/>
                  </a:cubicBezTo>
                  <a:cubicBezTo>
                    <a:pt x="4721245" y="3380512"/>
                    <a:pt x="4715655" y="3382827"/>
                    <a:pt x="4709826" y="3382827"/>
                  </a:cubicBezTo>
                  <a:lnTo>
                    <a:pt x="21977" y="3382827"/>
                  </a:lnTo>
                  <a:cubicBezTo>
                    <a:pt x="16148" y="3382827"/>
                    <a:pt x="10558" y="3380512"/>
                    <a:pt x="6437" y="3376390"/>
                  </a:cubicBezTo>
                  <a:cubicBezTo>
                    <a:pt x="2315" y="3372269"/>
                    <a:pt x="0" y="3366679"/>
                    <a:pt x="0" y="3360850"/>
                  </a:cubicBezTo>
                  <a:lnTo>
                    <a:pt x="0" y="21977"/>
                  </a:lnTo>
                  <a:cubicBezTo>
                    <a:pt x="0" y="16148"/>
                    <a:pt x="2315" y="10558"/>
                    <a:pt x="6437" y="6437"/>
                  </a:cubicBezTo>
                  <a:cubicBezTo>
                    <a:pt x="10558" y="2315"/>
                    <a:pt x="16148" y="0"/>
                    <a:pt x="21977" y="0"/>
                  </a:cubicBezTo>
                  <a:close/>
                </a:path>
              </a:pathLst>
            </a:custGeom>
            <a:solidFill>
              <a:srgbClr val="3972F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731803" cy="3420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2260365" y="3140617"/>
            <a:ext cx="5431024" cy="1577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879"/>
              </a:lnSpc>
            </a:pPr>
            <a:r>
              <a:rPr lang="en-US" sz="9199" b="1" spc="-643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Storage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260365" y="4224888"/>
            <a:ext cx="5933052" cy="195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026"/>
              </a:lnSpc>
            </a:pPr>
            <a:r>
              <a:rPr lang="en-US" sz="11447" b="1" spc="-801">
                <a:solidFill>
                  <a:srgbClr val="3972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Methods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578870" y="7095295"/>
            <a:ext cx="2648021" cy="43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8"/>
              </a:lnSpc>
            </a:pPr>
            <a:r>
              <a:rPr lang="en-US" sz="26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Cookies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578870" y="8300212"/>
            <a:ext cx="2648021" cy="43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8"/>
              </a:lnSpc>
            </a:pPr>
            <a:r>
              <a:rPr lang="en-US" sz="26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Databases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22970" y="7095295"/>
            <a:ext cx="2648021" cy="43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8"/>
              </a:lnSpc>
            </a:pPr>
            <a:r>
              <a:rPr lang="en-US" sz="26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Session Storage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22970" y="8300212"/>
            <a:ext cx="2648021" cy="43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8"/>
              </a:lnSpc>
            </a:pPr>
            <a:r>
              <a:rPr lang="en-US" sz="26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Caching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52945" y="7095295"/>
            <a:ext cx="2648021" cy="43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8"/>
              </a:lnSpc>
            </a:pPr>
            <a:r>
              <a:rPr lang="en-US" sz="26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Local Storage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52945" y="8300212"/>
            <a:ext cx="2648021" cy="43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8"/>
              </a:lnSpc>
            </a:pPr>
            <a:r>
              <a:rPr lang="en-US" sz="26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Cloud Storage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897044" y="7095295"/>
            <a:ext cx="2648021" cy="43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8"/>
              </a:lnSpc>
            </a:pPr>
            <a:r>
              <a:rPr lang="en-US" sz="26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CDNs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897044" y="8300212"/>
            <a:ext cx="2648021" cy="43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8"/>
              </a:lnSpc>
            </a:pPr>
            <a:r>
              <a:rPr lang="en-US" sz="26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Server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1597986" y="748061"/>
            <a:ext cx="4964854" cy="1242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38"/>
              </a:lnSpc>
            </a:pPr>
            <a:r>
              <a:rPr lang="en-US" sz="7313" b="1" spc="-51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Client-Side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97986" y="1977969"/>
            <a:ext cx="4099425" cy="124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40"/>
              </a:lnSpc>
            </a:pPr>
            <a:r>
              <a:rPr lang="en-US" sz="7314" b="1" spc="-512" dirty="0">
                <a:solidFill>
                  <a:srgbClr val="3972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Storage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97986" y="4806288"/>
            <a:ext cx="6121442" cy="71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2"/>
              </a:lnSpc>
            </a:pPr>
            <a:r>
              <a:rPr lang="en-US" sz="140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Small text files stored in your browser that track user sessions, preferences, and behavior. Websites use cookies to remember login states and personalize your experience across visits.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97986" y="4336473"/>
            <a:ext cx="1795677" cy="27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8"/>
              </a:lnSpc>
            </a:pPr>
            <a:r>
              <a:rPr lang="en-US" sz="171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Cookies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97986" y="7983626"/>
            <a:ext cx="6121442" cy="71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2"/>
              </a:lnSpc>
            </a:pPr>
            <a:r>
              <a:rPr lang="en-US" sz="140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web storage mechanism that saves data persistently in the browser with no expiration date. Perfect for storing user preferences, cached data, and settings that need to survive browser restarts.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97986" y="7353300"/>
            <a:ext cx="1795677" cy="27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8"/>
              </a:lnSpc>
            </a:pPr>
            <a:r>
              <a:rPr lang="en-US" sz="1713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Local Storage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63200" y="6045630"/>
            <a:ext cx="6121442" cy="71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2"/>
              </a:lnSpc>
            </a:pPr>
            <a:r>
              <a:rPr lang="en-US" sz="140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Temporary browser storage that holds data only for the duration of a page session. Data is automatically cleared when the browser tab closes, ideal for sensitive temporary information.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0" y="5138530"/>
            <a:ext cx="1795677" cy="27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8"/>
              </a:lnSpc>
            </a:pPr>
            <a:r>
              <a:rPr lang="en-US" sz="1713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Session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64998" y="5511876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6" y="0"/>
                </a:lnTo>
                <a:lnTo>
                  <a:pt x="9529996" y="9529996"/>
                </a:lnTo>
                <a:lnTo>
                  <a:pt x="0" y="9529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94119" y="-7263081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6" y="0"/>
                </a:lnTo>
                <a:lnTo>
                  <a:pt x="9529996" y="9529995"/>
                </a:lnTo>
                <a:lnTo>
                  <a:pt x="0" y="9529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68881" y="2131123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7" y="0"/>
                </a:lnTo>
                <a:lnTo>
                  <a:pt x="1766867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937137" y="3637312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1670" y="643132"/>
            <a:ext cx="8389996" cy="5988360"/>
          </a:xfrm>
          <a:custGeom>
            <a:avLst/>
            <a:gdLst/>
            <a:ahLst/>
            <a:cxnLst/>
            <a:rect l="l" t="t" r="r" b="b"/>
            <a:pathLst>
              <a:path w="8389996" h="5988360">
                <a:moveTo>
                  <a:pt x="0" y="0"/>
                </a:moveTo>
                <a:lnTo>
                  <a:pt x="8389996" y="0"/>
                </a:lnTo>
                <a:lnTo>
                  <a:pt x="8389996" y="5988359"/>
                </a:lnTo>
                <a:lnTo>
                  <a:pt x="0" y="59883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4220" y="6880257"/>
            <a:ext cx="10604897" cy="2924176"/>
          </a:xfrm>
          <a:custGeom>
            <a:avLst/>
            <a:gdLst/>
            <a:ahLst/>
            <a:cxnLst/>
            <a:rect l="l" t="t" r="r" b="b"/>
            <a:pathLst>
              <a:path w="10604897" h="2924176">
                <a:moveTo>
                  <a:pt x="0" y="0"/>
                </a:moveTo>
                <a:lnTo>
                  <a:pt x="10604897" y="0"/>
                </a:lnTo>
                <a:lnTo>
                  <a:pt x="10604897" y="2924175"/>
                </a:lnTo>
                <a:lnTo>
                  <a:pt x="0" y="29241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281718" y="454243"/>
            <a:ext cx="5764439" cy="4323329"/>
          </a:xfrm>
          <a:custGeom>
            <a:avLst/>
            <a:gdLst/>
            <a:ahLst/>
            <a:cxnLst/>
            <a:rect l="l" t="t" r="r" b="b"/>
            <a:pathLst>
              <a:path w="5764439" h="4323329">
                <a:moveTo>
                  <a:pt x="0" y="0"/>
                </a:moveTo>
                <a:lnTo>
                  <a:pt x="5764439" y="0"/>
                </a:lnTo>
                <a:lnTo>
                  <a:pt x="5764439" y="4323329"/>
                </a:lnTo>
                <a:lnTo>
                  <a:pt x="0" y="43233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062646" y="5135780"/>
            <a:ext cx="6202583" cy="3488953"/>
          </a:xfrm>
          <a:custGeom>
            <a:avLst/>
            <a:gdLst/>
            <a:ahLst/>
            <a:cxnLst/>
            <a:rect l="l" t="t" r="r" b="b"/>
            <a:pathLst>
              <a:path w="6202583" h="3488953">
                <a:moveTo>
                  <a:pt x="0" y="0"/>
                </a:moveTo>
                <a:lnTo>
                  <a:pt x="6202584" y="0"/>
                </a:lnTo>
                <a:lnTo>
                  <a:pt x="6202584" y="3488953"/>
                </a:lnTo>
                <a:lnTo>
                  <a:pt x="0" y="34889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QL Server find users connected to databases – Jim Salasek's SQL Server Blog">
            <a:extLst>
              <a:ext uri="{FF2B5EF4-FFF2-40B4-BE49-F238E27FC236}">
                <a16:creationId xmlns:a16="http://schemas.microsoft.com/office/drawing/2014/main" id="{71E6E40B-D68E-4575-8AF4-F8F149ADF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000500"/>
            <a:ext cx="6286500" cy="467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QL Processing in web application architecture | Download Scientific Diagram">
            <a:extLst>
              <a:ext uri="{FF2B5EF4-FFF2-40B4-BE49-F238E27FC236}">
                <a16:creationId xmlns:a16="http://schemas.microsoft.com/office/drawing/2014/main" id="{0F297C41-8E0A-4C23-AB55-0275B0835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4457700"/>
            <a:ext cx="8096250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F62E445-1F9E-4AF3-9C2B-9D67028CCEE3}"/>
              </a:ext>
            </a:extLst>
          </p:cNvPr>
          <p:cNvSpPr txBox="1"/>
          <p:nvPr/>
        </p:nvSpPr>
        <p:spPr>
          <a:xfrm>
            <a:off x="1371600" y="419100"/>
            <a:ext cx="100584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200" dirty="0">
                <a:solidFill>
                  <a:schemeClr val="accent1"/>
                </a:solidFill>
              </a:rPr>
              <a:t>SQL</a:t>
            </a:r>
            <a:r>
              <a:rPr lang="pt-BR" dirty="0"/>
              <a:t> </a:t>
            </a:r>
          </a:p>
          <a:p>
            <a:r>
              <a:rPr lang="pt-BR" sz="9200" dirty="0">
                <a:latin typeface="Open Sauce" panose="020B0604020202020204" charset="0"/>
              </a:rPr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678281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126</Words>
  <Application>Microsoft Office PowerPoint</Application>
  <PresentationFormat>Personalizar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Open Sauce Bold</vt:lpstr>
      <vt:lpstr>Open Sauce Italics</vt:lpstr>
      <vt:lpstr>Arial</vt:lpstr>
      <vt:lpstr>Open Sauce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LUCAS AUGUSTO HARTMANN</cp:lastModifiedBy>
  <cp:revision>3</cp:revision>
  <dcterms:created xsi:type="dcterms:W3CDTF">2006-08-16T00:00:00Z</dcterms:created>
  <dcterms:modified xsi:type="dcterms:W3CDTF">2026-03-18T14:07:03Z</dcterms:modified>
  <dc:identifier>DAHENrfjY3E</dc:identifier>
</cp:coreProperties>
</file>